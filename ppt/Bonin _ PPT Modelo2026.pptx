
<file path=[Content_Types].xml><?xml version="1.0" encoding="utf-8"?>
<Types xmlns="http://schemas.openxmlformats.org/package/2006/content-types">
  <Default Extension="fntdata" ContentType="application/x-fontdata"/>
  <Default Extension="gif" ContentType="image/gif"/>
  <Default Extension="jpeg" ContentType="image/jpeg"/>
  <Default Extension="JPG" ContentType="image/jpeg"/>
  <Default Extension="mp4" ContentType="video/mp4"/>
  <Default Extension="png" ContentType="image/png"/>
  <Default Extension="rels" ContentType="application/vnd.openxmlformats-package.relationships+xml"/>
  <Default Extension="svg" ContentType="image/svg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charts/chart1.xml" ContentType="application/vnd.openxmlformats-officedocument.drawingml.chart+xml"/>
  <Override PartName="/ppt/charts/style1.xml" ContentType="application/vnd.ms-office.chartstyle+xml"/>
  <Override PartName="/ppt/charts/colors1.xml" ContentType="application/vnd.ms-office.chartcolorstyle+xml"/>
  <Override PartName="/ppt/notesSlides/notesSlide29.xml" ContentType="application/vnd.openxmlformats-officedocument.presentationml.notesSlide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4"/>
  </p:sldMasterIdLst>
  <p:notesMasterIdLst>
    <p:notesMasterId r:id="rId36"/>
  </p:notesMasterIdLst>
  <p:sldIdLst>
    <p:sldId id="256" r:id="rId5"/>
    <p:sldId id="257" r:id="rId6"/>
    <p:sldId id="258" r:id="rId7"/>
    <p:sldId id="286" r:id="rId8"/>
    <p:sldId id="260" r:id="rId9"/>
    <p:sldId id="261" r:id="rId10"/>
    <p:sldId id="262" r:id="rId11"/>
    <p:sldId id="263" r:id="rId12"/>
    <p:sldId id="264" r:id="rId13"/>
    <p:sldId id="287" r:id="rId14"/>
    <p:sldId id="265" r:id="rId15"/>
    <p:sldId id="288" r:id="rId16"/>
    <p:sldId id="289" r:id="rId17"/>
    <p:sldId id="290" r:id="rId18"/>
    <p:sldId id="269" r:id="rId19"/>
    <p:sldId id="270" r:id="rId20"/>
    <p:sldId id="266" r:id="rId21"/>
    <p:sldId id="272" r:id="rId22"/>
    <p:sldId id="268" r:id="rId23"/>
    <p:sldId id="274" r:id="rId24"/>
    <p:sldId id="275" r:id="rId25"/>
    <p:sldId id="271" r:id="rId26"/>
    <p:sldId id="291" r:id="rId27"/>
    <p:sldId id="278" r:id="rId28"/>
    <p:sldId id="279" r:id="rId29"/>
    <p:sldId id="280" r:id="rId30"/>
    <p:sldId id="281" r:id="rId31"/>
    <p:sldId id="282" r:id="rId32"/>
    <p:sldId id="283" r:id="rId33"/>
    <p:sldId id="292" r:id="rId34"/>
    <p:sldId id="293" r:id="rId35"/>
  </p:sldIdLst>
  <p:sldSz cx="18288000" cy="10287000"/>
  <p:notesSz cx="6858000" cy="9144000"/>
  <p:embeddedFontLst>
    <p:embeddedFont>
      <p:font typeface="Arial Nova Condensed" panose="020B0604020202020204" charset="0"/>
      <p:regular r:id="rId37"/>
    </p:embeddedFont>
    <p:embeddedFont>
      <p:font typeface="Helvetica" panose="020B0604020202020204" pitchFamily="34" charset="0"/>
      <p:regular r:id="rId38"/>
      <p:bold r:id="rId39"/>
      <p:italic r:id="rId40"/>
      <p:boldItalic r:id="rId41"/>
    </p:embeddedFont>
    <p:embeddedFont>
      <p:font typeface="Quicksand" panose="020B0604020202020204" charset="0"/>
      <p:regular r:id="rId42"/>
      <p:bold r:id="rId43"/>
    </p:embeddedFont>
    <p:embeddedFont>
      <p:font typeface="Source Sans 3" panose="020B0303030403020204"/>
      <p:regular r:id="rId44"/>
      <p:bold r:id="rId45"/>
      <p:italic r:id="rId46"/>
      <p:boldItalic r:id="rId47"/>
    </p:embeddedFont>
    <p:embeddedFont>
      <p:font typeface="Source Sans 3 Bold" panose="020B0604020202020204" charset="0"/>
      <p:regular r:id="rId48"/>
      <p:bold r:id="rId49"/>
    </p:embeddedFont>
    <p:embeddedFont>
      <p:font typeface="Source Sans 3 Light"/>
      <p:regular r:id="rId50"/>
      <p:italic r:id="rId51"/>
    </p:embeddedFont>
    <p:embeddedFont>
      <p:font typeface="Work Sans" pitchFamily="2" charset="0"/>
      <p:regular r:id="rId52"/>
      <p:bold r:id="rId53"/>
      <p:italic r:id="rId54"/>
      <p:boldItalic r:id="rId55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161634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0" d="100"/>
          <a:sy n="70" d="100"/>
        </p:scale>
        <p:origin x="260" y="32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26" Type="http://schemas.openxmlformats.org/officeDocument/2006/relationships/slide" Target="slides/slide22.xml"/><Relationship Id="rId39" Type="http://schemas.openxmlformats.org/officeDocument/2006/relationships/font" Target="fonts/font3.fntdata"/><Relationship Id="rId21" Type="http://schemas.openxmlformats.org/officeDocument/2006/relationships/slide" Target="slides/slide17.xml"/><Relationship Id="rId34" Type="http://schemas.openxmlformats.org/officeDocument/2006/relationships/slide" Target="slides/slide30.xml"/><Relationship Id="rId42" Type="http://schemas.openxmlformats.org/officeDocument/2006/relationships/font" Target="fonts/font6.fntdata"/><Relationship Id="rId47" Type="http://schemas.openxmlformats.org/officeDocument/2006/relationships/font" Target="fonts/font11.fntdata"/><Relationship Id="rId50" Type="http://schemas.openxmlformats.org/officeDocument/2006/relationships/font" Target="fonts/font14.fntdata"/><Relationship Id="rId55" Type="http://schemas.openxmlformats.org/officeDocument/2006/relationships/font" Target="fonts/font19.fntdata"/><Relationship Id="rId7" Type="http://schemas.openxmlformats.org/officeDocument/2006/relationships/slide" Target="slides/slide3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9" Type="http://schemas.openxmlformats.org/officeDocument/2006/relationships/slide" Target="slides/slide25.xml"/><Relationship Id="rId11" Type="http://schemas.openxmlformats.org/officeDocument/2006/relationships/slide" Target="slides/slide7.xml"/><Relationship Id="rId24" Type="http://schemas.openxmlformats.org/officeDocument/2006/relationships/slide" Target="slides/slide20.xml"/><Relationship Id="rId32" Type="http://schemas.openxmlformats.org/officeDocument/2006/relationships/slide" Target="slides/slide28.xml"/><Relationship Id="rId37" Type="http://schemas.openxmlformats.org/officeDocument/2006/relationships/font" Target="fonts/font1.fntdata"/><Relationship Id="rId40" Type="http://schemas.openxmlformats.org/officeDocument/2006/relationships/font" Target="fonts/font4.fntdata"/><Relationship Id="rId45" Type="http://schemas.openxmlformats.org/officeDocument/2006/relationships/font" Target="fonts/font9.fntdata"/><Relationship Id="rId53" Type="http://schemas.openxmlformats.org/officeDocument/2006/relationships/font" Target="fonts/font17.fntdata"/><Relationship Id="rId58" Type="http://schemas.openxmlformats.org/officeDocument/2006/relationships/theme" Target="theme/theme1.xml"/><Relationship Id="rId5" Type="http://schemas.openxmlformats.org/officeDocument/2006/relationships/slide" Target="slides/slide1.xml"/><Relationship Id="rId19" Type="http://schemas.openxmlformats.org/officeDocument/2006/relationships/slide" Target="slides/slide15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slide" Target="slides/slide18.xml"/><Relationship Id="rId27" Type="http://schemas.openxmlformats.org/officeDocument/2006/relationships/slide" Target="slides/slide23.xml"/><Relationship Id="rId30" Type="http://schemas.openxmlformats.org/officeDocument/2006/relationships/slide" Target="slides/slide26.xml"/><Relationship Id="rId35" Type="http://schemas.openxmlformats.org/officeDocument/2006/relationships/slide" Target="slides/slide31.xml"/><Relationship Id="rId43" Type="http://schemas.openxmlformats.org/officeDocument/2006/relationships/font" Target="fonts/font7.fntdata"/><Relationship Id="rId48" Type="http://schemas.openxmlformats.org/officeDocument/2006/relationships/font" Target="fonts/font12.fntdata"/><Relationship Id="rId56" Type="http://schemas.openxmlformats.org/officeDocument/2006/relationships/presProps" Target="presProps.xml"/><Relationship Id="rId8" Type="http://schemas.openxmlformats.org/officeDocument/2006/relationships/slide" Target="slides/slide4.xml"/><Relationship Id="rId51" Type="http://schemas.openxmlformats.org/officeDocument/2006/relationships/font" Target="fonts/font15.fntdata"/><Relationship Id="rId3" Type="http://schemas.openxmlformats.org/officeDocument/2006/relationships/customXml" Target="../customXml/item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slide" Target="slides/slide21.xml"/><Relationship Id="rId33" Type="http://schemas.openxmlformats.org/officeDocument/2006/relationships/slide" Target="slides/slide29.xml"/><Relationship Id="rId38" Type="http://schemas.openxmlformats.org/officeDocument/2006/relationships/font" Target="fonts/font2.fntdata"/><Relationship Id="rId46" Type="http://schemas.openxmlformats.org/officeDocument/2006/relationships/font" Target="fonts/font10.fntdata"/><Relationship Id="rId59" Type="http://schemas.openxmlformats.org/officeDocument/2006/relationships/tableStyles" Target="tableStyles.xml"/><Relationship Id="rId20" Type="http://schemas.openxmlformats.org/officeDocument/2006/relationships/slide" Target="slides/slide16.xml"/><Relationship Id="rId41" Type="http://schemas.openxmlformats.org/officeDocument/2006/relationships/font" Target="fonts/font5.fntdata"/><Relationship Id="rId54" Type="http://schemas.openxmlformats.org/officeDocument/2006/relationships/font" Target="fonts/font18.fntdata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5" Type="http://schemas.openxmlformats.org/officeDocument/2006/relationships/slide" Target="slides/slide11.xml"/><Relationship Id="rId23" Type="http://schemas.openxmlformats.org/officeDocument/2006/relationships/slide" Target="slides/slide19.xml"/><Relationship Id="rId28" Type="http://schemas.openxmlformats.org/officeDocument/2006/relationships/slide" Target="slides/slide24.xml"/><Relationship Id="rId36" Type="http://schemas.openxmlformats.org/officeDocument/2006/relationships/notesMaster" Target="notesMasters/notesMaster1.xml"/><Relationship Id="rId49" Type="http://schemas.openxmlformats.org/officeDocument/2006/relationships/font" Target="fonts/font13.fntdata"/><Relationship Id="rId57" Type="http://schemas.openxmlformats.org/officeDocument/2006/relationships/viewProps" Target="viewProps.xml"/><Relationship Id="rId10" Type="http://schemas.openxmlformats.org/officeDocument/2006/relationships/slide" Target="slides/slide6.xml"/><Relationship Id="rId31" Type="http://schemas.openxmlformats.org/officeDocument/2006/relationships/slide" Target="slides/slide27.xml"/><Relationship Id="rId44" Type="http://schemas.openxmlformats.org/officeDocument/2006/relationships/font" Target="fonts/font8.fntdata"/><Relationship Id="rId52" Type="http://schemas.openxmlformats.org/officeDocument/2006/relationships/font" Target="fonts/font16.fntdata"/><Relationship Id="rId60" Type="http://schemas.microsoft.com/office/2016/11/relationships/changesInfo" Target="changesInfos/changesInfo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Andreia Faria" userId="e39ac184-37e4-4a86-9268-f7a14ee86261" providerId="ADAL" clId="{2512D79B-F178-48FB-B911-8105B5D1041F}"/>
    <pc:docChg chg="undo custSel modSld">
      <pc:chgData name="Andreia Faria" userId="e39ac184-37e4-4a86-9268-f7a14ee86261" providerId="ADAL" clId="{2512D79B-F178-48FB-B911-8105B5D1041F}" dt="2026-05-28T15:04:19.761" v="4" actId="478"/>
      <pc:docMkLst>
        <pc:docMk/>
      </pc:docMkLst>
      <pc:sldChg chg="modSp mod">
        <pc:chgData name="Andreia Faria" userId="e39ac184-37e4-4a86-9268-f7a14ee86261" providerId="ADAL" clId="{2512D79B-F178-48FB-B911-8105B5D1041F}" dt="2026-05-28T15:02:53.391" v="2" actId="1076"/>
        <pc:sldMkLst>
          <pc:docMk/>
          <pc:sldMk cId="0" sldId="256"/>
        </pc:sldMkLst>
        <pc:grpChg chg="mod">
          <ac:chgData name="Andreia Faria" userId="e39ac184-37e4-4a86-9268-f7a14ee86261" providerId="ADAL" clId="{2512D79B-F178-48FB-B911-8105B5D1041F}" dt="2026-05-28T15:02:53.391" v="2" actId="1076"/>
          <ac:grpSpMkLst>
            <pc:docMk/>
            <pc:sldMk cId="0" sldId="256"/>
            <ac:grpSpMk id="5" creationId="{00000000-0000-0000-0000-000000000000}"/>
          </ac:grpSpMkLst>
        </pc:grpChg>
      </pc:sldChg>
      <pc:sldChg chg="delSp modSp mod">
        <pc:chgData name="Andreia Faria" userId="e39ac184-37e4-4a86-9268-f7a14ee86261" providerId="ADAL" clId="{2512D79B-F178-48FB-B911-8105B5D1041F}" dt="2026-05-28T15:04:19.761" v="4" actId="478"/>
        <pc:sldMkLst>
          <pc:docMk/>
          <pc:sldMk cId="0" sldId="286"/>
        </pc:sldMkLst>
        <pc:spChg chg="del mod">
          <ac:chgData name="Andreia Faria" userId="e39ac184-37e4-4a86-9268-f7a14ee86261" providerId="ADAL" clId="{2512D79B-F178-48FB-B911-8105B5D1041F}" dt="2026-05-28T15:04:19.761" v="4" actId="478"/>
          <ac:spMkLst>
            <pc:docMk/>
            <pc:sldMk cId="0" sldId="286"/>
            <ac:spMk id="9" creationId="{32526E17-1AB2-0DE4-B2F3-502748E25C94}"/>
          </ac:spMkLst>
        </pc:spChg>
      </pc:sldChg>
    </pc:docChg>
  </pc:docChgLst>
</pc:chgInfo>
</file>

<file path=ppt/charts/_rels/chart1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.xlsx"/><Relationship Id="rId2" Type="http://schemas.microsoft.com/office/2011/relationships/chartColorStyle" Target="colors1.xml"/><Relationship Id="rId1" Type="http://schemas.microsoft.com/office/2011/relationships/chartStyle" Target="style1.xml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pt-BR"/>
  <c:roundedCorners val="0"/>
  <mc:AlternateContent xmlns:mc="http://schemas.openxmlformats.org/markup-compatibility/2006">
    <mc:Choice xmlns:c14="http://schemas.microsoft.com/office/drawing/2007/8/2/chart" Requires="c14">
      <c14:style val="103"/>
    </mc:Choice>
    <mc:Fallback>
      <c:style val="3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862" b="1" i="0" u="none" strike="noStrike" kern="1200" cap="all" spc="50" baseline="0">
                <a:solidFill>
                  <a:schemeClr val="tx1">
                    <a:lumMod val="65000"/>
                    <a:lumOff val="35000"/>
                  </a:schemeClr>
                </a:solidFill>
                <a:latin typeface="Source Sans 3" panose="020B0303030403020204" pitchFamily="34" charset="0"/>
                <a:ea typeface="+mn-ea"/>
                <a:cs typeface="+mn-cs"/>
              </a:defRPr>
            </a:pPr>
            <a:r>
              <a:rPr lang="en-US" dirty="0" err="1">
                <a:latin typeface="Source Sans 3" panose="020B0303030403020204" pitchFamily="34" charset="0"/>
              </a:rPr>
              <a:t>xxxxxxxxxxxxx</a:t>
            </a:r>
            <a:endParaRPr lang="en-US" dirty="0">
              <a:latin typeface="Source Sans 3" panose="020B0303030403020204" pitchFamily="34" charset="0"/>
            </a:endParaRPr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862" b="1" i="0" u="none" strike="noStrike" kern="1200" cap="all" spc="50" baseline="0">
              <a:solidFill>
                <a:schemeClr val="tx1">
                  <a:lumMod val="65000"/>
                  <a:lumOff val="35000"/>
                </a:schemeClr>
              </a:solidFill>
              <a:latin typeface="Source Sans 3" panose="020B0303030403020204" pitchFamily="34" charset="0"/>
              <a:ea typeface="+mn-ea"/>
              <a:cs typeface="+mn-cs"/>
            </a:defRPr>
          </a:pPr>
          <a:endParaRPr lang="en-US"/>
        </a:p>
      </c:txPr>
    </c:title>
    <c:autoTitleDeleted val="0"/>
    <c:plotArea>
      <c:layout>
        <c:manualLayout>
          <c:layoutTarget val="inner"/>
          <c:xMode val="edge"/>
          <c:yMode val="edge"/>
          <c:x val="0.24943733595800524"/>
          <c:y val="0.15399495570866142"/>
          <c:w val="0.50737541010498688"/>
          <c:h val="0.76106311515748026"/>
        </c:manualLayout>
      </c:layout>
      <c:doughnutChart>
        <c:varyColors val="1"/>
        <c:ser>
          <c:idx val="0"/>
          <c:order val="0"/>
          <c:tx>
            <c:strRef>
              <c:f>Planilha1!$B$1</c:f>
              <c:strCache>
                <c:ptCount val="1"/>
                <c:pt idx="0">
                  <c:v>Vendas</c:v>
                </c:pt>
              </c:strCache>
            </c:strRef>
          </c:tx>
          <c:dPt>
            <c:idx val="0"/>
            <c:bubble3D val="0"/>
            <c:spPr>
              <a:solidFill>
                <a:schemeClr val="accent1">
                  <a:shade val="58000"/>
                </a:schemeClr>
              </a:solidFill>
              <a:ln>
                <a:noFill/>
              </a:ln>
              <a:effectLst/>
              <a:scene3d>
                <a:camera prst="orthographicFront"/>
                <a:lightRig rig="brightRoom" dir="t"/>
              </a:scene3d>
              <a:sp3d prstMaterial="flat">
                <a:bevelT w="50800" h="101600" prst="angle"/>
                <a:contourClr>
                  <a:srgbClr val="000000"/>
                </a:contourClr>
              </a:sp3d>
            </c:spPr>
            <c:extLst>
              <c:ext xmlns:c16="http://schemas.microsoft.com/office/drawing/2014/chart" uri="{C3380CC4-5D6E-409C-BE32-E72D297353CC}">
                <c16:uniqueId val="{00000001-E179-458E-9AC8-7D2936EFCE2C}"/>
              </c:ext>
            </c:extLst>
          </c:dPt>
          <c:dPt>
            <c:idx val="1"/>
            <c:bubble3D val="0"/>
            <c:spPr>
              <a:solidFill>
                <a:schemeClr val="accent1">
                  <a:shade val="86000"/>
                </a:schemeClr>
              </a:solidFill>
              <a:ln>
                <a:noFill/>
              </a:ln>
              <a:effectLst/>
              <a:scene3d>
                <a:camera prst="orthographicFront"/>
                <a:lightRig rig="brightRoom" dir="t"/>
              </a:scene3d>
              <a:sp3d prstMaterial="flat">
                <a:bevelT w="50800" h="101600" prst="angle"/>
                <a:contourClr>
                  <a:srgbClr val="000000"/>
                </a:contourClr>
              </a:sp3d>
            </c:spPr>
            <c:extLst>
              <c:ext xmlns:c16="http://schemas.microsoft.com/office/drawing/2014/chart" uri="{C3380CC4-5D6E-409C-BE32-E72D297353CC}">
                <c16:uniqueId val="{00000003-E179-458E-9AC8-7D2936EFCE2C}"/>
              </c:ext>
            </c:extLst>
          </c:dPt>
          <c:dPt>
            <c:idx val="2"/>
            <c:bubble3D val="0"/>
            <c:spPr>
              <a:solidFill>
                <a:schemeClr val="accent1">
                  <a:tint val="86000"/>
                </a:schemeClr>
              </a:solidFill>
              <a:ln>
                <a:noFill/>
              </a:ln>
              <a:effectLst/>
              <a:scene3d>
                <a:camera prst="orthographicFront"/>
                <a:lightRig rig="brightRoom" dir="t"/>
              </a:scene3d>
              <a:sp3d prstMaterial="flat">
                <a:bevelT w="50800" h="101600" prst="angle"/>
                <a:contourClr>
                  <a:srgbClr val="000000"/>
                </a:contourClr>
              </a:sp3d>
            </c:spPr>
            <c:extLst>
              <c:ext xmlns:c16="http://schemas.microsoft.com/office/drawing/2014/chart" uri="{C3380CC4-5D6E-409C-BE32-E72D297353CC}">
                <c16:uniqueId val="{00000005-E179-458E-9AC8-7D2936EFCE2C}"/>
              </c:ext>
            </c:extLst>
          </c:dPt>
          <c:dPt>
            <c:idx val="3"/>
            <c:bubble3D val="0"/>
            <c:spPr>
              <a:solidFill>
                <a:schemeClr val="accent1">
                  <a:tint val="58000"/>
                </a:schemeClr>
              </a:solidFill>
              <a:ln>
                <a:noFill/>
              </a:ln>
              <a:effectLst/>
              <a:scene3d>
                <a:camera prst="orthographicFront"/>
                <a:lightRig rig="brightRoom" dir="t"/>
              </a:scene3d>
              <a:sp3d prstMaterial="flat">
                <a:bevelT w="50800" h="101600" prst="angle"/>
                <a:contourClr>
                  <a:srgbClr val="000000"/>
                </a:contourClr>
              </a:sp3d>
            </c:spPr>
            <c:extLst>
              <c:ext xmlns:c16="http://schemas.microsoft.com/office/drawing/2014/chart" uri="{C3380CC4-5D6E-409C-BE32-E72D297353CC}">
                <c16:uniqueId val="{00000007-E179-458E-9AC8-7D2936EFCE2C}"/>
              </c:ext>
            </c:extLst>
          </c:dPt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197" b="1" i="0" u="none" strike="noStrike" kern="1200" baseline="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pPr>
                <a:endParaRPr lang="pt-BR"/>
              </a:p>
            </c:txPr>
            <c:showLegendKey val="0"/>
            <c:showVal val="0"/>
            <c:showCatName val="0"/>
            <c:showSerName val="0"/>
            <c:showPercent val="1"/>
            <c:showBubbleSize val="0"/>
            <c:showLeaderLines val="1"/>
            <c:leaderLines>
              <c:spPr>
                <a:ln w="9525" cap="flat" cmpd="sng" algn="ctr">
                  <a:solidFill>
                    <a:schemeClr val="tx1">
                      <a:lumMod val="35000"/>
                      <a:lumOff val="65000"/>
                    </a:schemeClr>
                  </a:solidFill>
                  <a:round/>
                </a:ln>
                <a:effectLst/>
              </c:spPr>
            </c:leaderLines>
            <c:extLst>
              <c:ext xmlns:c15="http://schemas.microsoft.com/office/drawing/2012/chart" uri="{CE6537A1-D6FC-4f65-9D91-7224C49458BB}"/>
            </c:extLst>
          </c:dLbls>
          <c:cat>
            <c:strRef>
              <c:f>Planilha1!$A$2:$A$5</c:f>
              <c:strCache>
                <c:ptCount val="4"/>
                <c:pt idx="0">
                  <c:v>1º Tri</c:v>
                </c:pt>
                <c:pt idx="1">
                  <c:v>2º Tri</c:v>
                </c:pt>
                <c:pt idx="2">
                  <c:v>3º Tri</c:v>
                </c:pt>
                <c:pt idx="3">
                  <c:v>4º Tri</c:v>
                </c:pt>
              </c:strCache>
            </c:strRef>
          </c:cat>
          <c:val>
            <c:numRef>
              <c:f>Planilha1!$B$2:$B$5</c:f>
              <c:numCache>
                <c:formatCode>General</c:formatCode>
                <c:ptCount val="4"/>
                <c:pt idx="0">
                  <c:v>8.1999999999999993</c:v>
                </c:pt>
                <c:pt idx="1">
                  <c:v>3.2</c:v>
                </c:pt>
                <c:pt idx="2">
                  <c:v>1.4</c:v>
                </c:pt>
                <c:pt idx="3">
                  <c:v>1.2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8-E179-458E-9AC8-7D2936EFCE2C}"/>
            </c:ext>
          </c:extLst>
        </c:ser>
        <c:dLbls>
          <c:showLegendKey val="0"/>
          <c:showVal val="0"/>
          <c:showCatName val="0"/>
          <c:showSerName val="0"/>
          <c:showPercent val="1"/>
          <c:showBubbleSize val="0"/>
          <c:showLeaderLines val="1"/>
        </c:dLbls>
        <c:firstSliceAng val="0"/>
        <c:holeSize val="50"/>
      </c:doughnutChart>
      <c:spPr>
        <a:noFill/>
        <a:ln>
          <a:noFill/>
        </a:ln>
        <a:effectLst/>
      </c:spPr>
    </c:plotArea>
    <c:legend>
      <c:legendPos val="t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2000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Source Sans 3" panose="020B0303030403020204" pitchFamily="34" charset="0"/>
              <a:ea typeface="+mn-ea"/>
              <a:cs typeface="+mn-cs"/>
            </a:defRPr>
          </a:pPr>
          <a:endParaRPr lang="pt-BR"/>
        </a:p>
      </c:txPr>
    </c:legend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pt-BR"/>
    </a:p>
  </c:txPr>
  <c:externalData r:id="rId3">
    <c:autoUpdate val="0"/>
  </c:externalData>
</c:chartSpace>
</file>

<file path=ppt/charts/colors1.xml><?xml version="1.0" encoding="utf-8"?>
<cs:colorStyle xmlns:cs="http://schemas.microsoft.com/office/drawing/2012/chartStyle" xmlns:a="http://schemas.openxmlformats.org/drawingml/2006/main" meth="withinLinear" id="14">
  <a:schemeClr val="accent1"/>
</cs:colorStyle>
</file>

<file path=ppt/charts/style1.xml><?xml version="1.0" encoding="utf-8"?>
<cs:chartStyle xmlns:cs="http://schemas.microsoft.com/office/drawing/2012/chartStyle" xmlns:a="http://schemas.openxmlformats.org/drawingml/2006/main" id="258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hartArea>
  <cs:dataLabel>
    <cs:lnRef idx="0"/>
    <cs:fillRef idx="0"/>
    <cs:effectRef idx="0"/>
    <cs:fontRef idx="minor">
      <a:schemeClr val="lt1"/>
    </cs:fontRef>
    <cs:defRPr sz="1197" b="1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0">
      <cs:styleClr val="auto"/>
    </cs:fillRef>
    <cs:effectRef idx="0"/>
    <cs:fontRef idx="minor">
      <a:schemeClr val="tx1"/>
    </cs:fontRef>
    <cs:spPr>
      <a:solidFill>
        <a:schemeClr val="phClr"/>
      </a:solidFill>
      <a:scene3d>
        <a:camera prst="orthographicFront"/>
        <a:lightRig rig="brightRoom" dir="t"/>
      </a:scene3d>
      <a:sp3d prstMaterial="flat">
        <a:bevelT w="50800" h="101600" prst="angle"/>
        <a:contourClr>
          <a:srgbClr val="000000"/>
        </a:contourClr>
      </a:sp3d>
    </cs:spPr>
  </cs:dataPoint>
  <cs:dataPoint3D>
    <cs:lnRef idx="0"/>
    <cs:fillRef idx="0">
      <cs:styleClr val="auto"/>
    </cs:fillRef>
    <cs:effectRef idx="0"/>
    <cs:fontRef idx="minor">
      <a:schemeClr val="tx1"/>
    </cs:fontRef>
    <cs:spPr>
      <a:solidFill>
        <a:schemeClr val="phClr"/>
      </a:solidFill>
      <a:ln w="19050">
        <a:solidFill>
          <a:schemeClr val="lt1"/>
        </a:solidFill>
      </a:ln>
    </cs:spPr>
  </cs:dataPoint3D>
  <cs:dataPointLine>
    <cs:lnRef idx="0">
      <cs:styleClr val="auto"/>
    </cs:lnRef>
    <cs:fillRef idx="0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/>
    <cs:fillRef idx="0">
      <cs:styleClr val="auto"/>
    </cs:fillRef>
    <cs:effectRef idx="0"/>
    <cs:fontRef idx="minor">
      <a:schemeClr val="tx1"/>
    </cs:fontRef>
    <cs:spPr>
      <a:solidFill>
        <a:schemeClr val="phClr"/>
      </a:solidFill>
      <a:ln w="9525">
        <a:solidFill>
          <a:schemeClr val="lt1"/>
        </a:solidFill>
      </a:ln>
    </cs:spPr>
  </cs:dataPointMarker>
  <cs:dataPointMarkerLayout symbol="circle" size="6"/>
  <cs:dataPointWireframe>
    <cs:lnRef idx="0">
      <cs:styleClr val="auto"/>
    </cs:lnRef>
    <cs:fillRef idx="0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1" i="0" kern="1200" cap="all" spc="5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ash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7268E1E-0E44-426D-905E-8AD9B19D2182}" type="datetimeFigureOut">
              <a:rPr lang="cs-CZ" smtClean="0"/>
              <a:t>27.07.2026</a:t>
            </a:fld>
            <a:endParaRPr lang="cs-CZ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cs-CZ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cs-CZ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71B2431-D351-4C6E-A3CF-9DFAC0E3E050}" type="slidenum">
              <a:rPr lang="cs-CZ" smtClean="0"/>
              <a:t>‹nº›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179888911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" name="Google Shape;125;p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/>
          <a:lstStyle/>
          <a:p>
            <a:endParaRPr lang="pt-BR"/>
          </a:p>
        </p:txBody>
      </p:sp>
      <p:sp>
        <p:nvSpPr>
          <p:cNvPr id="126" name="Google Shape;126;p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" name="Google Shape;142;p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/>
          <a:lstStyle/>
          <a:p>
            <a:endParaRPr lang="pt-BR"/>
          </a:p>
        </p:txBody>
      </p:sp>
      <p:sp>
        <p:nvSpPr>
          <p:cNvPr id="143" name="Google Shape;143;p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8" name="Google Shape;158;p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/>
          <a:lstStyle/>
          <a:p>
            <a:endParaRPr lang="pt-BR"/>
          </a:p>
        </p:txBody>
      </p:sp>
      <p:sp>
        <p:nvSpPr>
          <p:cNvPr id="159" name="Google Shape;159;p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0" name="Google Shape;200;p1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/>
          <a:lstStyle/>
          <a:p>
            <a:endParaRPr lang="pt-BR"/>
          </a:p>
        </p:txBody>
      </p:sp>
      <p:sp>
        <p:nvSpPr>
          <p:cNvPr id="201" name="Google Shape;201;p1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8" name="Google Shape;248;p1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/>
          <a:lstStyle/>
          <a:p>
            <a:endParaRPr lang="pt-BR"/>
          </a:p>
        </p:txBody>
      </p:sp>
      <p:sp>
        <p:nvSpPr>
          <p:cNvPr id="249" name="Google Shape;249;p1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1" name="Google Shape;311;p1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/>
          <a:lstStyle/>
          <a:p>
            <a:endParaRPr lang="pt-BR"/>
          </a:p>
        </p:txBody>
      </p:sp>
      <p:sp>
        <p:nvSpPr>
          <p:cNvPr id="312" name="Google Shape;312;p1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9" name="Google Shape;319;p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/>
          <a:lstStyle/>
          <a:p>
            <a:endParaRPr lang="pt-BR"/>
          </a:p>
        </p:txBody>
      </p:sp>
      <p:sp>
        <p:nvSpPr>
          <p:cNvPr id="320" name="Google Shape;320;p1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046C6DA-4C21-FF85-6DF5-B2A91007221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C27591B0-D25C-C7B0-7537-5D05EC42CD12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A1B6CABC-C1A8-F9A7-BD05-900B3B5F95D4}"/>
              </a:ext>
            </a:extLst>
          </p:cNvPr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>
            <a:extLst>
              <a:ext uri="{FF2B5EF4-FFF2-40B4-BE49-F238E27FC236}">
                <a16:creationId xmlns:a16="http://schemas.microsoft.com/office/drawing/2014/main" id="{39EBD4EC-5744-8215-5C30-64B44DC8DBFB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>
            <a:extLst>
              <a:ext uri="{FF2B5EF4-FFF2-40B4-BE49-F238E27FC236}">
                <a16:creationId xmlns:a16="http://schemas.microsoft.com/office/drawing/2014/main" id="{F0D73882-B2C7-4B5D-875E-AC1E6094BB30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8DC45CF-DD72-1044-E0E2-FD48111AFEF4}"/>
              </a:ext>
            </a:extLst>
          </p:cNvPr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8028AEC-EEE1-D5C2-224D-6AF3AC633212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  <p:extLst>
      <p:ext uri="{BB962C8B-B14F-4D97-AF65-F5344CB8AC3E}">
        <p14:creationId xmlns:p14="http://schemas.microsoft.com/office/powerpoint/2010/main" val="2174410494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7/27/2026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7/27/2026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7/27/2026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7/27/2026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7/27/2026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7/27/2026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7/27/2026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7/27/2026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7/27/2026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7/27/2026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7/27/2026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údo simples">
  <p:cSld name="conteúdo simples">
    <p:bg>
      <p:bgPr>
        <a:blipFill>
          <a:blip r:embed="rId2">
            <a:alphaModFix/>
          </a:blip>
          <a:stretch>
            <a:fillRect/>
          </a:stretch>
        </a:blipFill>
        <a:effectLst/>
      </p:bgPr>
    </p:bg>
    <p:spTree>
      <p:nvGrpSpPr>
        <p:cNvPr id="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27"/>
          <p:cNvSpPr txBox="1">
            <a:spLocks noGrp="1"/>
          </p:cNvSpPr>
          <p:nvPr>
            <p:ph type="subTitle" idx="1"/>
          </p:nvPr>
        </p:nvSpPr>
        <p:spPr>
          <a:xfrm>
            <a:off x="1079982" y="970800"/>
            <a:ext cx="4921800" cy="556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800"/>
              <a:buNone/>
              <a:defRPr sz="1600">
                <a:solidFill>
                  <a:srgbClr val="999999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800"/>
              <a:buFont typeface="Source Sans 3"/>
              <a:buNone/>
              <a:defRPr sz="1600">
                <a:solidFill>
                  <a:srgbClr val="999999"/>
                </a:solidFill>
                <a:latin typeface="Source Sans 3"/>
                <a:ea typeface="Source Sans 3"/>
                <a:cs typeface="Source Sans 3"/>
                <a:sym typeface="Source Sans 3"/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800"/>
              <a:buFont typeface="Source Sans 3"/>
              <a:buNone/>
              <a:defRPr sz="1600">
                <a:solidFill>
                  <a:srgbClr val="999999"/>
                </a:solidFill>
                <a:latin typeface="Source Sans 3"/>
                <a:ea typeface="Source Sans 3"/>
                <a:cs typeface="Source Sans 3"/>
                <a:sym typeface="Source Sans 3"/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800"/>
              <a:buFont typeface="Source Sans 3"/>
              <a:buNone/>
              <a:defRPr sz="1600">
                <a:solidFill>
                  <a:srgbClr val="999999"/>
                </a:solidFill>
                <a:latin typeface="Source Sans 3"/>
                <a:ea typeface="Source Sans 3"/>
                <a:cs typeface="Source Sans 3"/>
                <a:sym typeface="Source Sans 3"/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800"/>
              <a:buFont typeface="Source Sans 3"/>
              <a:buNone/>
              <a:defRPr sz="1600">
                <a:solidFill>
                  <a:srgbClr val="999999"/>
                </a:solidFill>
                <a:latin typeface="Source Sans 3"/>
                <a:ea typeface="Source Sans 3"/>
                <a:cs typeface="Source Sans 3"/>
                <a:sym typeface="Source Sans 3"/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800"/>
              <a:buFont typeface="Source Sans 3"/>
              <a:buNone/>
              <a:defRPr sz="1600">
                <a:solidFill>
                  <a:srgbClr val="999999"/>
                </a:solidFill>
                <a:latin typeface="Source Sans 3"/>
                <a:ea typeface="Source Sans 3"/>
                <a:cs typeface="Source Sans 3"/>
                <a:sym typeface="Source Sans 3"/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800"/>
              <a:buFont typeface="Source Sans 3"/>
              <a:buNone/>
              <a:defRPr sz="1600">
                <a:solidFill>
                  <a:srgbClr val="999999"/>
                </a:solidFill>
                <a:latin typeface="Source Sans 3"/>
                <a:ea typeface="Source Sans 3"/>
                <a:cs typeface="Source Sans 3"/>
                <a:sym typeface="Source Sans 3"/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800"/>
              <a:buFont typeface="Source Sans 3"/>
              <a:buNone/>
              <a:defRPr sz="1600">
                <a:solidFill>
                  <a:srgbClr val="999999"/>
                </a:solidFill>
                <a:latin typeface="Source Sans 3"/>
                <a:ea typeface="Source Sans 3"/>
                <a:cs typeface="Source Sans 3"/>
                <a:sym typeface="Source Sans 3"/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800"/>
              <a:buFont typeface="Source Sans 3"/>
              <a:buNone/>
              <a:defRPr sz="1600">
                <a:solidFill>
                  <a:srgbClr val="999999"/>
                </a:solidFill>
                <a:latin typeface="Source Sans 3"/>
                <a:ea typeface="Source Sans 3"/>
                <a:cs typeface="Source Sans 3"/>
                <a:sym typeface="Source Sans 3"/>
              </a:defRPr>
            </a:lvl9pPr>
          </a:lstStyle>
          <a:p>
            <a:endParaRPr/>
          </a:p>
        </p:txBody>
      </p:sp>
      <p:pic>
        <p:nvPicPr>
          <p:cNvPr id="15" name="Google Shape;15;p27" title="Logo PNG 2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080001" y="8831240"/>
            <a:ext cx="1125110" cy="338400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1651612638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írculos simples - centro">
  <p:cSld name="círculos simples - centro">
    <p:bg>
      <p:bgPr>
        <a:blipFill>
          <a:blip r:embed="rId2">
            <a:alphaModFix/>
          </a:blip>
          <a:stretch>
            <a:fillRect/>
          </a:stretch>
        </a:blipFill>
        <a:effectLst/>
      </p:bgPr>
    </p:bg>
    <p:spTree>
      <p:nvGrpSpPr>
        <p:cNvPr id="1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30"/>
          <p:cNvSpPr/>
          <p:nvPr/>
        </p:nvSpPr>
        <p:spPr>
          <a:xfrm>
            <a:off x="-986100" y="-4987204"/>
            <a:ext cx="20260200" cy="20261400"/>
          </a:xfrm>
          <a:prstGeom prst="ellipse">
            <a:avLst/>
          </a:prstGeom>
          <a:solidFill>
            <a:srgbClr val="6BA8D7">
              <a:alpha val="10196"/>
            </a:srgbClr>
          </a:solidFill>
          <a:ln>
            <a:noFill/>
          </a:ln>
        </p:spPr>
        <p:txBody>
          <a:bodyPr spcFirstLastPara="1" wrap="square" lIns="182850" tIns="182850" rIns="182850" bIns="18285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28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7" name="Google Shape;27;p30"/>
          <p:cNvSpPr/>
          <p:nvPr/>
        </p:nvSpPr>
        <p:spPr>
          <a:xfrm>
            <a:off x="2614996" y="-1386336"/>
            <a:ext cx="13058400" cy="13058400"/>
          </a:xfrm>
          <a:prstGeom prst="ellipse">
            <a:avLst/>
          </a:prstGeom>
          <a:solidFill>
            <a:srgbClr val="6BA8D7">
              <a:alpha val="10196"/>
            </a:srgbClr>
          </a:solidFill>
          <a:ln>
            <a:noFill/>
          </a:ln>
        </p:spPr>
        <p:txBody>
          <a:bodyPr spcFirstLastPara="1" wrap="square" lIns="182850" tIns="182850" rIns="182850" bIns="18285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28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8" name="Google Shape;28;p30"/>
          <p:cNvSpPr/>
          <p:nvPr/>
        </p:nvSpPr>
        <p:spPr>
          <a:xfrm>
            <a:off x="6195444" y="2194090"/>
            <a:ext cx="5899200" cy="5899200"/>
          </a:xfrm>
          <a:prstGeom prst="ellipse">
            <a:avLst/>
          </a:prstGeom>
          <a:solidFill>
            <a:srgbClr val="6BA8D7">
              <a:alpha val="10196"/>
            </a:srgbClr>
          </a:solidFill>
          <a:ln>
            <a:noFill/>
          </a:ln>
        </p:spPr>
        <p:txBody>
          <a:bodyPr spcFirstLastPara="1" wrap="square" lIns="182850" tIns="182850" rIns="182850" bIns="18285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28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9" name="Google Shape;29;p30"/>
          <p:cNvSpPr txBox="1">
            <a:spLocks noGrp="1"/>
          </p:cNvSpPr>
          <p:nvPr>
            <p:ph type="subTitle" idx="1"/>
          </p:nvPr>
        </p:nvSpPr>
        <p:spPr>
          <a:xfrm>
            <a:off x="1079982" y="970800"/>
            <a:ext cx="4921800" cy="556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800"/>
              <a:buNone/>
              <a:defRPr sz="1600">
                <a:solidFill>
                  <a:srgbClr val="999999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800"/>
              <a:buFont typeface="Source Sans 3"/>
              <a:buNone/>
              <a:defRPr sz="1600">
                <a:solidFill>
                  <a:srgbClr val="999999"/>
                </a:solidFill>
                <a:latin typeface="Source Sans 3"/>
                <a:ea typeface="Source Sans 3"/>
                <a:cs typeface="Source Sans 3"/>
                <a:sym typeface="Source Sans 3"/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800"/>
              <a:buFont typeface="Source Sans 3"/>
              <a:buNone/>
              <a:defRPr sz="1600">
                <a:solidFill>
                  <a:srgbClr val="999999"/>
                </a:solidFill>
                <a:latin typeface="Source Sans 3"/>
                <a:ea typeface="Source Sans 3"/>
                <a:cs typeface="Source Sans 3"/>
                <a:sym typeface="Source Sans 3"/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800"/>
              <a:buFont typeface="Source Sans 3"/>
              <a:buNone/>
              <a:defRPr sz="1600">
                <a:solidFill>
                  <a:srgbClr val="999999"/>
                </a:solidFill>
                <a:latin typeface="Source Sans 3"/>
                <a:ea typeface="Source Sans 3"/>
                <a:cs typeface="Source Sans 3"/>
                <a:sym typeface="Source Sans 3"/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800"/>
              <a:buFont typeface="Source Sans 3"/>
              <a:buNone/>
              <a:defRPr sz="1600">
                <a:solidFill>
                  <a:srgbClr val="999999"/>
                </a:solidFill>
                <a:latin typeface="Source Sans 3"/>
                <a:ea typeface="Source Sans 3"/>
                <a:cs typeface="Source Sans 3"/>
                <a:sym typeface="Source Sans 3"/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800"/>
              <a:buFont typeface="Source Sans 3"/>
              <a:buNone/>
              <a:defRPr sz="1600">
                <a:solidFill>
                  <a:srgbClr val="999999"/>
                </a:solidFill>
                <a:latin typeface="Source Sans 3"/>
                <a:ea typeface="Source Sans 3"/>
                <a:cs typeface="Source Sans 3"/>
                <a:sym typeface="Source Sans 3"/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800"/>
              <a:buFont typeface="Source Sans 3"/>
              <a:buNone/>
              <a:defRPr sz="1600">
                <a:solidFill>
                  <a:srgbClr val="999999"/>
                </a:solidFill>
                <a:latin typeface="Source Sans 3"/>
                <a:ea typeface="Source Sans 3"/>
                <a:cs typeface="Source Sans 3"/>
                <a:sym typeface="Source Sans 3"/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800"/>
              <a:buFont typeface="Source Sans 3"/>
              <a:buNone/>
              <a:defRPr sz="1600">
                <a:solidFill>
                  <a:srgbClr val="999999"/>
                </a:solidFill>
                <a:latin typeface="Source Sans 3"/>
                <a:ea typeface="Source Sans 3"/>
                <a:cs typeface="Source Sans 3"/>
                <a:sym typeface="Source Sans 3"/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800"/>
              <a:buFont typeface="Source Sans 3"/>
              <a:buNone/>
              <a:defRPr sz="1600">
                <a:solidFill>
                  <a:srgbClr val="999999"/>
                </a:solidFill>
                <a:latin typeface="Source Sans 3"/>
                <a:ea typeface="Source Sans 3"/>
                <a:cs typeface="Source Sans 3"/>
                <a:sym typeface="Source Sans 3"/>
              </a:defRPr>
            </a:lvl9pPr>
          </a:lstStyle>
          <a:p>
            <a:endParaRPr/>
          </a:p>
        </p:txBody>
      </p:sp>
      <p:pic>
        <p:nvPicPr>
          <p:cNvPr id="30" name="Google Shape;30;p30" title="Logo PNG 2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080001" y="8831240"/>
            <a:ext cx="1125110" cy="338400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3324619935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írculos tracejados cinzas">
  <p:cSld name="círculos tracejados cinzas">
    <p:spTree>
      <p:nvGrpSpPr>
        <p:cNvPr id="1" name="Shape 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Google Shape;32;p31"/>
          <p:cNvSpPr/>
          <p:nvPr/>
        </p:nvSpPr>
        <p:spPr>
          <a:xfrm>
            <a:off x="-566400" y="-4566900"/>
            <a:ext cx="19420800" cy="19420800"/>
          </a:xfrm>
          <a:prstGeom prst="ellipse">
            <a:avLst/>
          </a:prstGeom>
          <a:noFill/>
          <a:ln w="9525" cap="flat" cmpd="sng">
            <a:solidFill>
              <a:srgbClr val="D9D9D9"/>
            </a:solidFill>
            <a:prstDash val="lgDashDot"/>
            <a:round/>
            <a:headEnd type="none" w="sm" len="sm"/>
            <a:tailEnd type="none" w="sm" len="sm"/>
          </a:ln>
        </p:spPr>
        <p:txBody>
          <a:bodyPr spcFirstLastPara="1" wrap="square" lIns="182850" tIns="182850" rIns="182850" bIns="18285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28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3" name="Google Shape;33;p31"/>
          <p:cNvSpPr/>
          <p:nvPr/>
        </p:nvSpPr>
        <p:spPr>
          <a:xfrm>
            <a:off x="3008350" y="-1306850"/>
            <a:ext cx="12345600" cy="12345600"/>
          </a:xfrm>
          <a:prstGeom prst="ellipse">
            <a:avLst/>
          </a:prstGeom>
          <a:noFill/>
          <a:ln w="9525" cap="flat" cmpd="sng">
            <a:solidFill>
              <a:srgbClr val="D9D9D9"/>
            </a:solidFill>
            <a:prstDash val="lgDashDot"/>
            <a:round/>
            <a:headEnd type="none" w="sm" len="sm"/>
            <a:tailEnd type="none" w="sm" len="sm"/>
          </a:ln>
        </p:spPr>
        <p:txBody>
          <a:bodyPr spcFirstLastPara="1" wrap="square" lIns="182850" tIns="182850" rIns="182850" bIns="18285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28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4" name="Google Shape;34;p31"/>
          <p:cNvSpPr/>
          <p:nvPr/>
        </p:nvSpPr>
        <p:spPr>
          <a:xfrm>
            <a:off x="6347800" y="2069650"/>
            <a:ext cx="5592600" cy="5592600"/>
          </a:xfrm>
          <a:prstGeom prst="ellipse">
            <a:avLst/>
          </a:prstGeom>
          <a:noFill/>
          <a:ln w="9525" cap="flat" cmpd="sng">
            <a:solidFill>
              <a:srgbClr val="D9D9D9"/>
            </a:solidFill>
            <a:prstDash val="lgDashDot"/>
            <a:round/>
            <a:headEnd type="none" w="sm" len="sm"/>
            <a:tailEnd type="none" w="sm" len="sm"/>
          </a:ln>
        </p:spPr>
        <p:txBody>
          <a:bodyPr spcFirstLastPara="1" wrap="square" lIns="182850" tIns="182850" rIns="182850" bIns="18285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28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5" name="Google Shape;35;p31"/>
          <p:cNvSpPr txBox="1">
            <a:spLocks noGrp="1"/>
          </p:cNvSpPr>
          <p:nvPr>
            <p:ph type="subTitle" idx="1"/>
          </p:nvPr>
        </p:nvSpPr>
        <p:spPr>
          <a:xfrm>
            <a:off x="1079982" y="970800"/>
            <a:ext cx="4921800" cy="556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800"/>
              <a:buNone/>
              <a:defRPr sz="1600">
                <a:solidFill>
                  <a:srgbClr val="999999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800"/>
              <a:buFont typeface="Source Sans 3"/>
              <a:buNone/>
              <a:defRPr sz="1600">
                <a:solidFill>
                  <a:srgbClr val="999999"/>
                </a:solidFill>
                <a:latin typeface="Source Sans 3"/>
                <a:ea typeface="Source Sans 3"/>
                <a:cs typeface="Source Sans 3"/>
                <a:sym typeface="Source Sans 3"/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800"/>
              <a:buFont typeface="Source Sans 3"/>
              <a:buNone/>
              <a:defRPr sz="1600">
                <a:solidFill>
                  <a:srgbClr val="999999"/>
                </a:solidFill>
                <a:latin typeface="Source Sans 3"/>
                <a:ea typeface="Source Sans 3"/>
                <a:cs typeface="Source Sans 3"/>
                <a:sym typeface="Source Sans 3"/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800"/>
              <a:buFont typeface="Source Sans 3"/>
              <a:buNone/>
              <a:defRPr sz="1600">
                <a:solidFill>
                  <a:srgbClr val="999999"/>
                </a:solidFill>
                <a:latin typeface="Source Sans 3"/>
                <a:ea typeface="Source Sans 3"/>
                <a:cs typeface="Source Sans 3"/>
                <a:sym typeface="Source Sans 3"/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800"/>
              <a:buFont typeface="Source Sans 3"/>
              <a:buNone/>
              <a:defRPr sz="1600">
                <a:solidFill>
                  <a:srgbClr val="999999"/>
                </a:solidFill>
                <a:latin typeface="Source Sans 3"/>
                <a:ea typeface="Source Sans 3"/>
                <a:cs typeface="Source Sans 3"/>
                <a:sym typeface="Source Sans 3"/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800"/>
              <a:buFont typeface="Source Sans 3"/>
              <a:buNone/>
              <a:defRPr sz="1600">
                <a:solidFill>
                  <a:srgbClr val="999999"/>
                </a:solidFill>
                <a:latin typeface="Source Sans 3"/>
                <a:ea typeface="Source Sans 3"/>
                <a:cs typeface="Source Sans 3"/>
                <a:sym typeface="Source Sans 3"/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800"/>
              <a:buFont typeface="Source Sans 3"/>
              <a:buNone/>
              <a:defRPr sz="1600">
                <a:solidFill>
                  <a:srgbClr val="999999"/>
                </a:solidFill>
                <a:latin typeface="Source Sans 3"/>
                <a:ea typeface="Source Sans 3"/>
                <a:cs typeface="Source Sans 3"/>
                <a:sym typeface="Source Sans 3"/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800"/>
              <a:buFont typeface="Source Sans 3"/>
              <a:buNone/>
              <a:defRPr sz="1600">
                <a:solidFill>
                  <a:srgbClr val="999999"/>
                </a:solidFill>
                <a:latin typeface="Source Sans 3"/>
                <a:ea typeface="Source Sans 3"/>
                <a:cs typeface="Source Sans 3"/>
                <a:sym typeface="Source Sans 3"/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800"/>
              <a:buFont typeface="Source Sans 3"/>
              <a:buNone/>
              <a:defRPr sz="1600">
                <a:solidFill>
                  <a:srgbClr val="999999"/>
                </a:solidFill>
                <a:latin typeface="Source Sans 3"/>
                <a:ea typeface="Source Sans 3"/>
                <a:cs typeface="Source Sans 3"/>
                <a:sym typeface="Source Sans 3"/>
              </a:defRPr>
            </a:lvl9pPr>
          </a:lstStyle>
          <a:p>
            <a:endParaRPr/>
          </a:p>
        </p:txBody>
      </p:sp>
      <p:pic>
        <p:nvPicPr>
          <p:cNvPr id="36" name="Google Shape;36;p31" title="Logo PNG 2.png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1080001" y="8831240"/>
            <a:ext cx="1125110" cy="338400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3361056442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írculos simples inferiores">
  <p:cSld name="círculos simples inferiores">
    <p:bg>
      <p:bgPr>
        <a:blipFill>
          <a:blip r:embed="rId2">
            <a:alphaModFix/>
          </a:blip>
          <a:stretch>
            <a:fillRect/>
          </a:stretch>
        </a:blipFill>
        <a:effectLst/>
      </p:bgPr>
    </p:bg>
    <p:spTree>
      <p:nvGrpSpPr>
        <p:cNvPr id="1" name="Shape 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Google Shape;38;p32"/>
          <p:cNvSpPr/>
          <p:nvPr/>
        </p:nvSpPr>
        <p:spPr>
          <a:xfrm>
            <a:off x="1097650" y="2278114"/>
            <a:ext cx="16092600" cy="16093800"/>
          </a:xfrm>
          <a:prstGeom prst="ellipse">
            <a:avLst/>
          </a:prstGeom>
          <a:solidFill>
            <a:srgbClr val="6BA8D7">
              <a:alpha val="10196"/>
            </a:srgbClr>
          </a:solidFill>
          <a:ln>
            <a:noFill/>
          </a:ln>
        </p:spPr>
        <p:txBody>
          <a:bodyPr spcFirstLastPara="1" wrap="square" lIns="182850" tIns="182850" rIns="182850" bIns="18285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28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9" name="Google Shape;39;p32"/>
          <p:cNvSpPr/>
          <p:nvPr/>
        </p:nvSpPr>
        <p:spPr>
          <a:xfrm>
            <a:off x="3957950" y="5138312"/>
            <a:ext cx="10372200" cy="10372200"/>
          </a:xfrm>
          <a:prstGeom prst="ellipse">
            <a:avLst/>
          </a:prstGeom>
          <a:solidFill>
            <a:srgbClr val="6BA8D7">
              <a:alpha val="10196"/>
            </a:srgbClr>
          </a:solidFill>
          <a:ln>
            <a:noFill/>
          </a:ln>
        </p:spPr>
        <p:txBody>
          <a:bodyPr spcFirstLastPara="1" wrap="square" lIns="182850" tIns="182850" rIns="182850" bIns="18285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28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0" name="Google Shape;40;p32"/>
          <p:cNvSpPr/>
          <p:nvPr/>
        </p:nvSpPr>
        <p:spPr>
          <a:xfrm>
            <a:off x="6801928" y="7982276"/>
            <a:ext cx="4686000" cy="4686000"/>
          </a:xfrm>
          <a:prstGeom prst="ellipse">
            <a:avLst/>
          </a:prstGeom>
          <a:solidFill>
            <a:srgbClr val="6BA8D7">
              <a:alpha val="10196"/>
            </a:srgbClr>
          </a:solidFill>
          <a:ln>
            <a:noFill/>
          </a:ln>
        </p:spPr>
        <p:txBody>
          <a:bodyPr spcFirstLastPara="1" wrap="square" lIns="182850" tIns="182850" rIns="182850" bIns="18285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28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1" name="Google Shape;41;p32"/>
          <p:cNvSpPr txBox="1">
            <a:spLocks noGrp="1"/>
          </p:cNvSpPr>
          <p:nvPr>
            <p:ph type="subTitle" idx="1"/>
          </p:nvPr>
        </p:nvSpPr>
        <p:spPr>
          <a:xfrm>
            <a:off x="1079982" y="970800"/>
            <a:ext cx="4921800" cy="556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800"/>
              <a:buNone/>
              <a:defRPr sz="1600">
                <a:solidFill>
                  <a:srgbClr val="999999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800"/>
              <a:buFont typeface="Source Sans 3"/>
              <a:buNone/>
              <a:defRPr sz="1600">
                <a:solidFill>
                  <a:srgbClr val="999999"/>
                </a:solidFill>
                <a:latin typeface="Source Sans 3"/>
                <a:ea typeface="Source Sans 3"/>
                <a:cs typeface="Source Sans 3"/>
                <a:sym typeface="Source Sans 3"/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800"/>
              <a:buFont typeface="Source Sans 3"/>
              <a:buNone/>
              <a:defRPr sz="1600">
                <a:solidFill>
                  <a:srgbClr val="999999"/>
                </a:solidFill>
                <a:latin typeface="Source Sans 3"/>
                <a:ea typeface="Source Sans 3"/>
                <a:cs typeface="Source Sans 3"/>
                <a:sym typeface="Source Sans 3"/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800"/>
              <a:buFont typeface="Source Sans 3"/>
              <a:buNone/>
              <a:defRPr sz="1600">
                <a:solidFill>
                  <a:srgbClr val="999999"/>
                </a:solidFill>
                <a:latin typeface="Source Sans 3"/>
                <a:ea typeface="Source Sans 3"/>
                <a:cs typeface="Source Sans 3"/>
                <a:sym typeface="Source Sans 3"/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800"/>
              <a:buFont typeface="Source Sans 3"/>
              <a:buNone/>
              <a:defRPr sz="1600">
                <a:solidFill>
                  <a:srgbClr val="999999"/>
                </a:solidFill>
                <a:latin typeface="Source Sans 3"/>
                <a:ea typeface="Source Sans 3"/>
                <a:cs typeface="Source Sans 3"/>
                <a:sym typeface="Source Sans 3"/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800"/>
              <a:buFont typeface="Source Sans 3"/>
              <a:buNone/>
              <a:defRPr sz="1600">
                <a:solidFill>
                  <a:srgbClr val="999999"/>
                </a:solidFill>
                <a:latin typeface="Source Sans 3"/>
                <a:ea typeface="Source Sans 3"/>
                <a:cs typeface="Source Sans 3"/>
                <a:sym typeface="Source Sans 3"/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800"/>
              <a:buFont typeface="Source Sans 3"/>
              <a:buNone/>
              <a:defRPr sz="1600">
                <a:solidFill>
                  <a:srgbClr val="999999"/>
                </a:solidFill>
                <a:latin typeface="Source Sans 3"/>
                <a:ea typeface="Source Sans 3"/>
                <a:cs typeface="Source Sans 3"/>
                <a:sym typeface="Source Sans 3"/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800"/>
              <a:buFont typeface="Source Sans 3"/>
              <a:buNone/>
              <a:defRPr sz="1600">
                <a:solidFill>
                  <a:srgbClr val="999999"/>
                </a:solidFill>
                <a:latin typeface="Source Sans 3"/>
                <a:ea typeface="Source Sans 3"/>
                <a:cs typeface="Source Sans 3"/>
                <a:sym typeface="Source Sans 3"/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800"/>
              <a:buFont typeface="Source Sans 3"/>
              <a:buNone/>
              <a:defRPr sz="1600">
                <a:solidFill>
                  <a:srgbClr val="999999"/>
                </a:solidFill>
                <a:latin typeface="Source Sans 3"/>
                <a:ea typeface="Source Sans 3"/>
                <a:cs typeface="Source Sans 3"/>
                <a:sym typeface="Source Sans 3"/>
              </a:defRPr>
            </a:lvl9pPr>
          </a:lstStyle>
          <a:p>
            <a:endParaRPr/>
          </a:p>
        </p:txBody>
      </p:sp>
      <p:pic>
        <p:nvPicPr>
          <p:cNvPr id="42" name="Google Shape;42;p32" title="Logo PNG 2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080001" y="8831240"/>
            <a:ext cx="1125110" cy="338400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1694637556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fundo simples">
  <p:cSld name="fundo simples">
    <p:bg>
      <p:bgPr>
        <a:blipFill>
          <a:blip r:embed="rId2">
            <a:alphaModFix/>
          </a:blip>
          <a:stretch>
            <a:fillRect/>
          </a:stretch>
        </a:blipFill>
        <a:effectLst/>
      </p:bgPr>
    </p:bg>
    <p:spTree>
      <p:nvGrpSpPr>
        <p:cNvPr id="1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1" name="Google Shape;51;p34" title="Logo PNG 2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066800" y="9258300"/>
            <a:ext cx="1125110" cy="338400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155428956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7/27/2026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  <p:sldLayoutId id="2147483662" r:id="rId14"/>
    <p:sldLayoutId id="2147483663" r:id="rId15"/>
    <p:sldLayoutId id="2147483664" r:id="rId16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7.jpeg"/><Relationship Id="rId5" Type="http://schemas.openxmlformats.org/officeDocument/2006/relationships/image" Target="../media/image6.jpeg"/><Relationship Id="rId4" Type="http://schemas.openxmlformats.org/officeDocument/2006/relationships/image" Target="../media/image5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7.jpeg"/><Relationship Id="rId4" Type="http://schemas.openxmlformats.org/officeDocument/2006/relationships/image" Target="../media/image5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0.gif"/><Relationship Id="rId5" Type="http://schemas.openxmlformats.org/officeDocument/2006/relationships/image" Target="../media/image7.jpeg"/><Relationship Id="rId4" Type="http://schemas.openxmlformats.org/officeDocument/2006/relationships/image" Target="../media/image9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JP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9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10.gif"/><Relationship Id="rId4" Type="http://schemas.openxmlformats.org/officeDocument/2006/relationships/image" Target="../media/image7.jpe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14.png"/><Relationship Id="rId4" Type="http://schemas.openxmlformats.org/officeDocument/2006/relationships/image" Target="../media/image13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7" Type="http://schemas.openxmlformats.org/officeDocument/2006/relationships/image" Target="../media/image17.gif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6.gif"/><Relationship Id="rId5" Type="http://schemas.openxmlformats.org/officeDocument/2006/relationships/image" Target="../media/image15.png"/><Relationship Id="rId4" Type="http://schemas.openxmlformats.org/officeDocument/2006/relationships/image" Target="../media/image14.png"/></Relationships>
</file>

<file path=ppt/slides/_rels/slide9.xml.rels><?xml version="1.0" encoding="UTF-8" standalone="yes"?>
<Relationships xmlns="http://schemas.openxmlformats.org/package/2006/relationships"><Relationship Id="rId13" Type="http://schemas.openxmlformats.org/officeDocument/2006/relationships/image" Target="../media/image28.svg"/><Relationship Id="rId18" Type="http://schemas.openxmlformats.org/officeDocument/2006/relationships/image" Target="../media/image33.svg"/><Relationship Id="rId26" Type="http://schemas.openxmlformats.org/officeDocument/2006/relationships/image" Target="../media/image41.svg"/><Relationship Id="rId39" Type="http://schemas.openxmlformats.org/officeDocument/2006/relationships/image" Target="../media/image54.svg"/><Relationship Id="rId21" Type="http://schemas.openxmlformats.org/officeDocument/2006/relationships/image" Target="../media/image36.svg"/><Relationship Id="rId34" Type="http://schemas.openxmlformats.org/officeDocument/2006/relationships/image" Target="../media/image49.svg"/><Relationship Id="rId7" Type="http://schemas.openxmlformats.org/officeDocument/2006/relationships/image" Target="../media/image22.svg"/><Relationship Id="rId12" Type="http://schemas.openxmlformats.org/officeDocument/2006/relationships/image" Target="../media/image27.svg"/><Relationship Id="rId17" Type="http://schemas.openxmlformats.org/officeDocument/2006/relationships/image" Target="../media/image32.svg"/><Relationship Id="rId25" Type="http://schemas.openxmlformats.org/officeDocument/2006/relationships/image" Target="../media/image40.svg"/><Relationship Id="rId33" Type="http://schemas.openxmlformats.org/officeDocument/2006/relationships/image" Target="../media/image48.svg"/><Relationship Id="rId38" Type="http://schemas.openxmlformats.org/officeDocument/2006/relationships/image" Target="../media/image53.svg"/><Relationship Id="rId2" Type="http://schemas.openxmlformats.org/officeDocument/2006/relationships/image" Target="../media/image12.png"/><Relationship Id="rId16" Type="http://schemas.openxmlformats.org/officeDocument/2006/relationships/image" Target="../media/image31.svg"/><Relationship Id="rId20" Type="http://schemas.openxmlformats.org/officeDocument/2006/relationships/image" Target="../media/image35.svg"/><Relationship Id="rId29" Type="http://schemas.openxmlformats.org/officeDocument/2006/relationships/image" Target="../media/image44.sv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1.svg"/><Relationship Id="rId11" Type="http://schemas.openxmlformats.org/officeDocument/2006/relationships/image" Target="../media/image26.svg"/><Relationship Id="rId24" Type="http://schemas.openxmlformats.org/officeDocument/2006/relationships/image" Target="../media/image39.svg"/><Relationship Id="rId32" Type="http://schemas.openxmlformats.org/officeDocument/2006/relationships/image" Target="../media/image47.svg"/><Relationship Id="rId37" Type="http://schemas.openxmlformats.org/officeDocument/2006/relationships/image" Target="../media/image52.svg"/><Relationship Id="rId40" Type="http://schemas.openxmlformats.org/officeDocument/2006/relationships/image" Target="../media/image55.svg"/><Relationship Id="rId5" Type="http://schemas.openxmlformats.org/officeDocument/2006/relationships/image" Target="../media/image20.svg"/><Relationship Id="rId15" Type="http://schemas.openxmlformats.org/officeDocument/2006/relationships/image" Target="../media/image30.svg"/><Relationship Id="rId23" Type="http://schemas.openxmlformats.org/officeDocument/2006/relationships/image" Target="../media/image38.svg"/><Relationship Id="rId28" Type="http://schemas.openxmlformats.org/officeDocument/2006/relationships/image" Target="../media/image43.svg"/><Relationship Id="rId36" Type="http://schemas.openxmlformats.org/officeDocument/2006/relationships/image" Target="../media/image51.svg"/><Relationship Id="rId10" Type="http://schemas.openxmlformats.org/officeDocument/2006/relationships/image" Target="../media/image25.svg"/><Relationship Id="rId19" Type="http://schemas.openxmlformats.org/officeDocument/2006/relationships/image" Target="../media/image34.svg"/><Relationship Id="rId31" Type="http://schemas.openxmlformats.org/officeDocument/2006/relationships/image" Target="../media/image46.svg"/><Relationship Id="rId4" Type="http://schemas.openxmlformats.org/officeDocument/2006/relationships/image" Target="../media/image19.svg"/><Relationship Id="rId9" Type="http://schemas.openxmlformats.org/officeDocument/2006/relationships/image" Target="../media/image24.svg"/><Relationship Id="rId14" Type="http://schemas.openxmlformats.org/officeDocument/2006/relationships/image" Target="../media/image29.svg"/><Relationship Id="rId22" Type="http://schemas.openxmlformats.org/officeDocument/2006/relationships/image" Target="../media/image37.svg"/><Relationship Id="rId27" Type="http://schemas.openxmlformats.org/officeDocument/2006/relationships/image" Target="../media/image42.svg"/><Relationship Id="rId30" Type="http://schemas.openxmlformats.org/officeDocument/2006/relationships/image" Target="../media/image45.svg"/><Relationship Id="rId35" Type="http://schemas.openxmlformats.org/officeDocument/2006/relationships/image" Target="../media/image50.svg"/><Relationship Id="rId8" Type="http://schemas.openxmlformats.org/officeDocument/2006/relationships/image" Target="../media/image23.svg"/><Relationship Id="rId3" Type="http://schemas.openxmlformats.org/officeDocument/2006/relationships/image" Target="../media/image18.svg"/></Relationships>
</file>

<file path=ppt/slides/_rels/slide10.xml.rels><?xml version="1.0" encoding="UTF-8" standalone="yes"?>
<Relationships xmlns="http://schemas.openxmlformats.org/package/2006/relationships"><Relationship Id="rId13" Type="http://schemas.openxmlformats.org/officeDocument/2006/relationships/image" Target="../media/image62.png"/><Relationship Id="rId18" Type="http://schemas.openxmlformats.org/officeDocument/2006/relationships/image" Target="../media/image67.png"/><Relationship Id="rId26" Type="http://schemas.openxmlformats.org/officeDocument/2006/relationships/image" Target="../media/image75.png"/><Relationship Id="rId3" Type="http://schemas.openxmlformats.org/officeDocument/2006/relationships/slideLayout" Target="../slideLayouts/slideLayout7.xml"/><Relationship Id="rId21" Type="http://schemas.openxmlformats.org/officeDocument/2006/relationships/image" Target="../media/image70.svg"/><Relationship Id="rId34" Type="http://schemas.openxmlformats.org/officeDocument/2006/relationships/image" Target="../media/image83.gif"/><Relationship Id="rId7" Type="http://schemas.openxmlformats.org/officeDocument/2006/relationships/image" Target="../media/image56.png"/><Relationship Id="rId12" Type="http://schemas.openxmlformats.org/officeDocument/2006/relationships/image" Target="../media/image61.png"/><Relationship Id="rId17" Type="http://schemas.openxmlformats.org/officeDocument/2006/relationships/image" Target="../media/image66.png"/><Relationship Id="rId25" Type="http://schemas.openxmlformats.org/officeDocument/2006/relationships/image" Target="../media/image74.svg"/><Relationship Id="rId33" Type="http://schemas.openxmlformats.org/officeDocument/2006/relationships/image" Target="../media/image82.gif"/><Relationship Id="rId2" Type="http://schemas.openxmlformats.org/officeDocument/2006/relationships/video" Target="../media/media1.mp4"/><Relationship Id="rId16" Type="http://schemas.openxmlformats.org/officeDocument/2006/relationships/image" Target="../media/image65.png"/><Relationship Id="rId20" Type="http://schemas.openxmlformats.org/officeDocument/2006/relationships/image" Target="../media/image69.png"/><Relationship Id="rId29" Type="http://schemas.openxmlformats.org/officeDocument/2006/relationships/image" Target="../media/image78.gif"/><Relationship Id="rId1" Type="http://schemas.microsoft.com/office/2007/relationships/media" Target="../media/media1.mp4"/><Relationship Id="rId6" Type="http://schemas.openxmlformats.org/officeDocument/2006/relationships/image" Target="../media/image17.gif"/><Relationship Id="rId11" Type="http://schemas.openxmlformats.org/officeDocument/2006/relationships/image" Target="../media/image60.jpeg"/><Relationship Id="rId24" Type="http://schemas.openxmlformats.org/officeDocument/2006/relationships/image" Target="../media/image73.svg"/><Relationship Id="rId32" Type="http://schemas.openxmlformats.org/officeDocument/2006/relationships/image" Target="../media/image81.gif"/><Relationship Id="rId5" Type="http://schemas.openxmlformats.org/officeDocument/2006/relationships/image" Target="../media/image16.gif"/><Relationship Id="rId15" Type="http://schemas.openxmlformats.org/officeDocument/2006/relationships/image" Target="../media/image64.png"/><Relationship Id="rId23" Type="http://schemas.openxmlformats.org/officeDocument/2006/relationships/image" Target="../media/image72.svg"/><Relationship Id="rId28" Type="http://schemas.openxmlformats.org/officeDocument/2006/relationships/image" Target="../media/image77.svg"/><Relationship Id="rId10" Type="http://schemas.openxmlformats.org/officeDocument/2006/relationships/image" Target="../media/image59.gif"/><Relationship Id="rId19" Type="http://schemas.openxmlformats.org/officeDocument/2006/relationships/image" Target="../media/image68.png"/><Relationship Id="rId31" Type="http://schemas.openxmlformats.org/officeDocument/2006/relationships/image" Target="../media/image80.gif"/><Relationship Id="rId4" Type="http://schemas.openxmlformats.org/officeDocument/2006/relationships/image" Target="../media/image12.png"/><Relationship Id="rId9" Type="http://schemas.openxmlformats.org/officeDocument/2006/relationships/image" Target="../media/image58.gif"/><Relationship Id="rId14" Type="http://schemas.openxmlformats.org/officeDocument/2006/relationships/image" Target="../media/image63.png"/><Relationship Id="rId22" Type="http://schemas.openxmlformats.org/officeDocument/2006/relationships/image" Target="../media/image71.png"/><Relationship Id="rId27" Type="http://schemas.openxmlformats.org/officeDocument/2006/relationships/image" Target="../media/image76.svg"/><Relationship Id="rId30" Type="http://schemas.openxmlformats.org/officeDocument/2006/relationships/image" Target="../media/image79.gif"/><Relationship Id="rId8" Type="http://schemas.openxmlformats.org/officeDocument/2006/relationships/image" Target="../media/image57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10.gif"/><Relationship Id="rId4" Type="http://schemas.openxmlformats.org/officeDocument/2006/relationships/image" Target="../media/image9.png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3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4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85.png"/><Relationship Id="rId5" Type="http://schemas.openxmlformats.org/officeDocument/2006/relationships/image" Target="../media/image84.svg"/><Relationship Id="rId4" Type="http://schemas.openxmlformats.org/officeDocument/2006/relationships/image" Target="../media/image9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85.png"/><Relationship Id="rId4" Type="http://schemas.openxmlformats.org/officeDocument/2006/relationships/image" Target="../media/image86.sv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87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5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85.pn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87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2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88.png"/><Relationship Id="rId5" Type="http://schemas.openxmlformats.org/officeDocument/2006/relationships/image" Target="../media/image7.jpeg"/><Relationship Id="rId4" Type="http://schemas.openxmlformats.org/officeDocument/2006/relationships/image" Target="../media/image9.png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.png"/><Relationship Id="rId5" Type="http://schemas.openxmlformats.org/officeDocument/2006/relationships/image" Target="../media/image89.png"/><Relationship Id="rId4" Type="http://schemas.openxmlformats.org/officeDocument/2006/relationships/image" Target="../media/image9.png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6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90.pn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7.jpeg"/><Relationship Id="rId4" Type="http://schemas.openxmlformats.org/officeDocument/2006/relationships/image" Target="../media/image12.png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7.jpeg"/><Relationship Id="rId4" Type="http://schemas.openxmlformats.org/officeDocument/2006/relationships/image" Target="../media/image9.png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7.jpeg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9.png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7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7.jpeg"/><Relationship Id="rId5" Type="http://schemas.openxmlformats.org/officeDocument/2006/relationships/image" Target="../media/image91.svg"/><Relationship Id="rId4" Type="http://schemas.openxmlformats.org/officeDocument/2006/relationships/image" Target="../media/image9.png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90.png"/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7.xml"/><Relationship Id="rId6" Type="http://schemas.openxmlformats.org/officeDocument/2006/relationships/chart" Target="../charts/chart1.xml"/><Relationship Id="rId5" Type="http://schemas.openxmlformats.org/officeDocument/2006/relationships/image" Target="../media/image7.jpeg"/><Relationship Id="rId4" Type="http://schemas.openxmlformats.org/officeDocument/2006/relationships/image" Target="../media/image12.png"/></Relationships>
</file>

<file path=ppt/slides/_rels/slide31.xml.rels><?xml version="1.0" encoding="UTF-8" standalone="yes"?>
<Relationships xmlns="http://schemas.openxmlformats.org/package/2006/relationships"><Relationship Id="rId8" Type="http://schemas.openxmlformats.org/officeDocument/2006/relationships/image" Target="../media/image97.png"/><Relationship Id="rId3" Type="http://schemas.openxmlformats.org/officeDocument/2006/relationships/image" Target="../media/image92.png"/><Relationship Id="rId7" Type="http://schemas.openxmlformats.org/officeDocument/2006/relationships/image" Target="../media/image96.png"/><Relationship Id="rId12" Type="http://schemas.openxmlformats.org/officeDocument/2006/relationships/image" Target="../media/image101.png"/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95.jpeg"/><Relationship Id="rId11" Type="http://schemas.openxmlformats.org/officeDocument/2006/relationships/image" Target="../media/image100.png"/><Relationship Id="rId5" Type="http://schemas.openxmlformats.org/officeDocument/2006/relationships/image" Target="../media/image94.png"/><Relationship Id="rId10" Type="http://schemas.openxmlformats.org/officeDocument/2006/relationships/image" Target="../media/image99.png"/><Relationship Id="rId4" Type="http://schemas.openxmlformats.org/officeDocument/2006/relationships/image" Target="../media/image93.jpeg"/><Relationship Id="rId9" Type="http://schemas.openxmlformats.org/officeDocument/2006/relationships/image" Target="../media/image98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  <p:txBody>
          <a:bodyPr/>
          <a:lstStyle/>
          <a:p>
            <a:endParaRPr lang="pt-BR"/>
          </a:p>
        </p:txBody>
      </p:sp>
      <p:grpSp>
        <p:nvGrpSpPr>
          <p:cNvPr id="3" name="Group 3"/>
          <p:cNvGrpSpPr/>
          <p:nvPr/>
        </p:nvGrpSpPr>
        <p:grpSpPr>
          <a:xfrm>
            <a:off x="10910368" y="2766352"/>
            <a:ext cx="7941657" cy="7941657"/>
            <a:chOff x="0" y="0"/>
            <a:chExt cx="12903200" cy="12903200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12903200" cy="12903200"/>
            </a:xfrm>
            <a:custGeom>
              <a:avLst/>
              <a:gdLst/>
              <a:ahLst/>
              <a:cxnLst/>
              <a:rect l="l" t="t" r="r" b="b"/>
              <a:pathLst>
                <a:path w="12903200" h="12903200">
                  <a:moveTo>
                    <a:pt x="0" y="0"/>
                  </a:moveTo>
                  <a:lnTo>
                    <a:pt x="12903200" y="0"/>
                  </a:lnTo>
                  <a:lnTo>
                    <a:pt x="12903200" y="12903200"/>
                  </a:lnTo>
                  <a:lnTo>
                    <a:pt x="0" y="129032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>
                <a:alphaModFix amt="5000"/>
              </a:blip>
              <a:stretch>
                <a:fillRect/>
              </a:stretch>
            </a:blipFill>
          </p:spPr>
          <p:txBody>
            <a:bodyPr/>
            <a:lstStyle/>
            <a:p>
              <a:endParaRPr lang="pt-BR"/>
            </a:p>
          </p:txBody>
        </p:sp>
      </p:grpSp>
      <p:grpSp>
        <p:nvGrpSpPr>
          <p:cNvPr id="5" name="Group 5"/>
          <p:cNvGrpSpPr>
            <a:grpSpLocks/>
          </p:cNvGrpSpPr>
          <p:nvPr/>
        </p:nvGrpSpPr>
        <p:grpSpPr>
          <a:xfrm>
            <a:off x="0" y="0"/>
            <a:ext cx="18288000" cy="10287000"/>
            <a:chOff x="34877" y="0"/>
            <a:chExt cx="24384000" cy="13716000"/>
          </a:xfrm>
        </p:grpSpPr>
        <p:sp>
          <p:nvSpPr>
            <p:cNvPr id="6" name="Freeform 6"/>
            <p:cNvSpPr>
              <a:spLocks/>
            </p:cNvSpPr>
            <p:nvPr/>
          </p:nvSpPr>
          <p:spPr>
            <a:xfrm>
              <a:off x="34877" y="0"/>
              <a:ext cx="24384000" cy="13716000"/>
            </a:xfrm>
            <a:custGeom>
              <a:avLst/>
              <a:gdLst/>
              <a:ahLst/>
              <a:cxnLst/>
              <a:rect l="l" t="t" r="r" b="b"/>
              <a:pathLst>
                <a:path w="24384000" h="13716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>
                <a:alphaModFix amt="15000"/>
              </a:blip>
              <a:stretch>
                <a:fillRect/>
              </a:stretch>
            </a:blipFill>
          </p:spPr>
          <p:txBody>
            <a:bodyPr/>
            <a:lstStyle/>
            <a:p>
              <a:endParaRPr lang="pt-BR" dirty="0"/>
            </a:p>
          </p:txBody>
        </p:sp>
      </p:grpSp>
      <p:grpSp>
        <p:nvGrpSpPr>
          <p:cNvPr id="7" name="Group 7"/>
          <p:cNvGrpSpPr/>
          <p:nvPr/>
        </p:nvGrpSpPr>
        <p:grpSpPr>
          <a:xfrm>
            <a:off x="730196" y="1757459"/>
            <a:ext cx="8413804" cy="2208876"/>
            <a:chOff x="0" y="0"/>
            <a:chExt cx="11218405" cy="2945168"/>
          </a:xfrm>
        </p:grpSpPr>
        <p:sp>
          <p:nvSpPr>
            <p:cNvPr id="8" name="Freeform 8"/>
            <p:cNvSpPr/>
            <p:nvPr/>
          </p:nvSpPr>
          <p:spPr>
            <a:xfrm>
              <a:off x="0" y="0"/>
              <a:ext cx="11218400" cy="2945163"/>
            </a:xfrm>
            <a:custGeom>
              <a:avLst/>
              <a:gdLst/>
              <a:ahLst/>
              <a:cxnLst/>
              <a:rect l="l" t="t" r="r" b="b"/>
              <a:pathLst>
                <a:path w="11218400" h="2945163">
                  <a:moveTo>
                    <a:pt x="0" y="0"/>
                  </a:moveTo>
                  <a:lnTo>
                    <a:pt x="11218400" y="0"/>
                  </a:lnTo>
                  <a:lnTo>
                    <a:pt x="11218400" y="2945163"/>
                  </a:lnTo>
                  <a:lnTo>
                    <a:pt x="0" y="2945163"/>
                  </a:lnTo>
                  <a:close/>
                </a:path>
              </a:pathLst>
            </a:custGeom>
            <a:blipFill>
              <a:blip r:embed="rId6">
                <a:alphaModFix amt="0"/>
              </a:blip>
              <a:stretch>
                <a:fillRect t="-24220" b="-24220"/>
              </a:stretch>
            </a:blipFill>
          </p:spPr>
          <p:txBody>
            <a:bodyPr/>
            <a:lstStyle/>
            <a:p>
              <a:endParaRPr lang="pt-BR"/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0" y="0"/>
              <a:ext cx="11218405" cy="2945168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7680"/>
                </a:lnSpc>
              </a:pPr>
              <a:r>
                <a:rPr lang="en-US" sz="6400" b="1" dirty="0">
                  <a:solidFill>
                    <a:srgbClr val="6BA8D7"/>
                  </a:solidFill>
                  <a:latin typeface="Source Sans 3 Bold"/>
                  <a:ea typeface="Source Sans 3 Bold"/>
                  <a:cs typeface="Source Sans 3 Bold"/>
                  <a:sym typeface="Source Sans 3 Bold"/>
                </a:rPr>
                <a:t>Confiança para Moldar o Futuro!</a:t>
              </a:r>
            </a:p>
          </p:txBody>
        </p:sp>
      </p:grp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  <p:txBody>
          <a:bodyPr/>
          <a:lstStyle/>
          <a:p>
            <a:endParaRPr lang="pt-BR"/>
          </a:p>
        </p:txBody>
      </p:sp>
      <p:grpSp>
        <p:nvGrpSpPr>
          <p:cNvPr id="3" name="Group 3"/>
          <p:cNvGrpSpPr/>
          <p:nvPr/>
        </p:nvGrpSpPr>
        <p:grpSpPr>
          <a:xfrm>
            <a:off x="9588656" y="1969846"/>
            <a:ext cx="9677400" cy="9677400"/>
            <a:chOff x="0" y="0"/>
            <a:chExt cx="12903200" cy="12903200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12903200" cy="12903200"/>
            </a:xfrm>
            <a:custGeom>
              <a:avLst/>
              <a:gdLst/>
              <a:ahLst/>
              <a:cxnLst/>
              <a:rect l="l" t="t" r="r" b="b"/>
              <a:pathLst>
                <a:path w="12903200" h="12903200">
                  <a:moveTo>
                    <a:pt x="0" y="0"/>
                  </a:moveTo>
                  <a:lnTo>
                    <a:pt x="12903200" y="0"/>
                  </a:lnTo>
                  <a:lnTo>
                    <a:pt x="12903200" y="12903200"/>
                  </a:lnTo>
                  <a:lnTo>
                    <a:pt x="0" y="129032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>
                <a:alphaModFix amt="5000"/>
              </a:blip>
              <a:stretch>
                <a:fillRect/>
              </a:stretch>
            </a:blipFill>
          </p:spPr>
          <p:txBody>
            <a:bodyPr/>
            <a:lstStyle/>
            <a:p>
              <a:endParaRPr lang="pt-BR"/>
            </a:p>
          </p:txBody>
        </p:sp>
      </p:grpSp>
      <p:grpSp>
        <p:nvGrpSpPr>
          <p:cNvPr id="5" name="Group 5"/>
          <p:cNvGrpSpPr/>
          <p:nvPr/>
        </p:nvGrpSpPr>
        <p:grpSpPr>
          <a:xfrm>
            <a:off x="1080002" y="3740725"/>
            <a:ext cx="8413804" cy="2208876"/>
            <a:chOff x="0" y="0"/>
            <a:chExt cx="11218405" cy="2945168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11218400" cy="2945163"/>
            </a:xfrm>
            <a:custGeom>
              <a:avLst/>
              <a:gdLst/>
              <a:ahLst/>
              <a:cxnLst/>
              <a:rect l="l" t="t" r="r" b="b"/>
              <a:pathLst>
                <a:path w="11218400" h="2945163">
                  <a:moveTo>
                    <a:pt x="0" y="0"/>
                  </a:moveTo>
                  <a:lnTo>
                    <a:pt x="11218400" y="0"/>
                  </a:lnTo>
                  <a:lnTo>
                    <a:pt x="11218400" y="2945163"/>
                  </a:lnTo>
                  <a:lnTo>
                    <a:pt x="0" y="2945163"/>
                  </a:lnTo>
                  <a:close/>
                </a:path>
              </a:pathLst>
            </a:custGeom>
            <a:blipFill>
              <a:blip r:embed="rId5">
                <a:alphaModFix amt="0"/>
              </a:blip>
              <a:stretch>
                <a:fillRect t="-24220" b="-24220"/>
              </a:stretch>
            </a:blipFill>
          </p:spPr>
          <p:txBody>
            <a:bodyPr/>
            <a:lstStyle/>
            <a:p>
              <a:endParaRPr lang="pt-BR"/>
            </a:p>
          </p:txBody>
        </p:sp>
        <p:sp>
          <p:nvSpPr>
            <p:cNvPr id="7" name="TextBox 7"/>
            <p:cNvSpPr txBox="1"/>
            <p:nvPr/>
          </p:nvSpPr>
          <p:spPr>
            <a:xfrm>
              <a:off x="0" y="-9525"/>
              <a:ext cx="11218405" cy="2954693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8640"/>
                </a:lnSpc>
              </a:pPr>
              <a:r>
                <a:rPr lang="en-US" sz="7200" b="1" dirty="0" err="1">
                  <a:solidFill>
                    <a:srgbClr val="6BA8D7"/>
                  </a:solidFill>
                  <a:latin typeface="Source Sans 3 Bold"/>
                  <a:ea typeface="Source Sans 3 Bold"/>
                  <a:cs typeface="Source Sans 3 Bold"/>
                  <a:sym typeface="Source Sans 3 Bold"/>
                </a:rPr>
                <a:t>Título</a:t>
              </a:r>
              <a:r>
                <a:rPr lang="en-US" sz="7200" b="1" dirty="0">
                  <a:solidFill>
                    <a:srgbClr val="6BA8D7"/>
                  </a:solidFill>
                  <a:latin typeface="Source Sans 3 Bold"/>
                  <a:ea typeface="Source Sans 3 Bold"/>
                  <a:cs typeface="Source Sans 3 Bold"/>
                  <a:sym typeface="Source Sans 3 Bold"/>
                </a:rPr>
                <a:t> </a:t>
              </a:r>
              <a:r>
                <a:rPr lang="en-US" sz="7200" b="1" dirty="0" err="1">
                  <a:solidFill>
                    <a:srgbClr val="6BA8D7"/>
                  </a:solidFill>
                  <a:latin typeface="Source Sans 3 Bold"/>
                  <a:ea typeface="Source Sans 3 Bold"/>
                  <a:cs typeface="Source Sans 3 Bold"/>
                  <a:sym typeface="Source Sans 3 Bold"/>
                </a:rPr>
                <a:t>apresentação</a:t>
              </a:r>
              <a:endParaRPr lang="en-US" sz="7200" b="1" dirty="0">
                <a:solidFill>
                  <a:srgbClr val="6BA8D7"/>
                </a:solidFill>
                <a:latin typeface="Source Sans 3 Bold"/>
                <a:ea typeface="Source Sans 3 Bold"/>
                <a:cs typeface="Source Sans 3 Bold"/>
                <a:sym typeface="Source Sans 3 Bold"/>
              </a:endParaRPr>
            </a:p>
          </p:txBody>
        </p:sp>
      </p:grpSp>
      <p:sp>
        <p:nvSpPr>
          <p:cNvPr id="8" name="TextBox 8"/>
          <p:cNvSpPr txBox="1"/>
          <p:nvPr/>
        </p:nvSpPr>
        <p:spPr>
          <a:xfrm>
            <a:off x="1171423" y="6184030"/>
            <a:ext cx="4514498" cy="55483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359"/>
              </a:lnSpc>
            </a:pPr>
            <a:r>
              <a:rPr lang="en-US" sz="2799">
                <a:solidFill>
                  <a:srgbClr val="FFFFFF"/>
                </a:solidFill>
                <a:latin typeface="Source Sans 3"/>
                <a:ea typeface="Source Sans 3"/>
                <a:cs typeface="Source Sans 3"/>
                <a:sym typeface="Source Sans 3"/>
              </a:rPr>
              <a:t>Subtítulo (quando houver)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  <p:txBody>
          <a:bodyPr/>
          <a:lstStyle/>
          <a:p>
            <a:endParaRPr lang="pt-BR"/>
          </a:p>
        </p:txBody>
      </p:sp>
      <p:grpSp>
        <p:nvGrpSpPr>
          <p:cNvPr id="3" name="Group 3"/>
          <p:cNvGrpSpPr/>
          <p:nvPr/>
        </p:nvGrpSpPr>
        <p:grpSpPr>
          <a:xfrm>
            <a:off x="1079983" y="8915009"/>
            <a:ext cx="1333605" cy="401183"/>
            <a:chOff x="0" y="0"/>
            <a:chExt cx="1778140" cy="534911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1778127" cy="534924"/>
            </a:xfrm>
            <a:custGeom>
              <a:avLst/>
              <a:gdLst/>
              <a:ahLst/>
              <a:cxnLst/>
              <a:rect l="l" t="t" r="r" b="b"/>
              <a:pathLst>
                <a:path w="1778127" h="534924">
                  <a:moveTo>
                    <a:pt x="0" y="0"/>
                  </a:moveTo>
                  <a:lnTo>
                    <a:pt x="1778127" y="0"/>
                  </a:lnTo>
                  <a:lnTo>
                    <a:pt x="1778127" y="534924"/>
                  </a:lnTo>
                  <a:lnTo>
                    <a:pt x="0" y="53492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b="2"/>
              </a:stretch>
            </a:blipFill>
          </p:spPr>
          <p:txBody>
            <a:bodyPr/>
            <a:lstStyle/>
            <a:p>
              <a:endParaRPr lang="pt-BR"/>
            </a:p>
          </p:txBody>
        </p:sp>
      </p:grpSp>
      <p:sp>
        <p:nvSpPr>
          <p:cNvPr id="5" name="TextBox 5"/>
          <p:cNvSpPr txBox="1"/>
          <p:nvPr/>
        </p:nvSpPr>
        <p:spPr>
          <a:xfrm>
            <a:off x="1171404" y="1062228"/>
            <a:ext cx="4738954" cy="37395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920"/>
              </a:lnSpc>
            </a:pPr>
            <a:r>
              <a:rPr lang="en-US" sz="1600">
                <a:solidFill>
                  <a:srgbClr val="999999"/>
                </a:solidFill>
                <a:latin typeface="Source Sans 3"/>
                <a:ea typeface="Source Sans 3"/>
                <a:cs typeface="Source Sans 3"/>
                <a:sym typeface="Source Sans 3"/>
              </a:rPr>
              <a:t>SLIDES EXEMPLO</a:t>
            </a:r>
          </a:p>
        </p:txBody>
      </p:sp>
      <p:grpSp>
        <p:nvGrpSpPr>
          <p:cNvPr id="6" name="Group 6"/>
          <p:cNvGrpSpPr/>
          <p:nvPr/>
        </p:nvGrpSpPr>
        <p:grpSpPr>
          <a:xfrm>
            <a:off x="1521704" y="4158596"/>
            <a:ext cx="4279802" cy="1969799"/>
            <a:chOff x="0" y="0"/>
            <a:chExt cx="5706402" cy="2626398"/>
          </a:xfrm>
        </p:grpSpPr>
        <p:sp>
          <p:nvSpPr>
            <p:cNvPr id="7" name="Freeform 7"/>
            <p:cNvSpPr/>
            <p:nvPr/>
          </p:nvSpPr>
          <p:spPr>
            <a:xfrm>
              <a:off x="0" y="0"/>
              <a:ext cx="5706400" cy="2626400"/>
            </a:xfrm>
            <a:custGeom>
              <a:avLst/>
              <a:gdLst/>
              <a:ahLst/>
              <a:cxnLst/>
              <a:rect l="l" t="t" r="r" b="b"/>
              <a:pathLst>
                <a:path w="5706400" h="2626400">
                  <a:moveTo>
                    <a:pt x="0" y="0"/>
                  </a:moveTo>
                  <a:lnTo>
                    <a:pt x="5706400" y="0"/>
                  </a:lnTo>
                  <a:lnTo>
                    <a:pt x="5706400" y="2626400"/>
                  </a:lnTo>
                  <a:lnTo>
                    <a:pt x="0" y="2626400"/>
                  </a:lnTo>
                  <a:close/>
                </a:path>
              </a:pathLst>
            </a:custGeom>
            <a:blipFill>
              <a:blip r:embed="rId5">
                <a:alphaModFix amt="0"/>
              </a:blip>
              <a:stretch>
                <a:fillRect l="-9052" r="-9052"/>
              </a:stretch>
            </a:blipFill>
          </p:spPr>
          <p:txBody>
            <a:bodyPr/>
            <a:lstStyle/>
            <a:p>
              <a:endParaRPr lang="pt-BR"/>
            </a:p>
          </p:txBody>
        </p:sp>
        <p:sp>
          <p:nvSpPr>
            <p:cNvPr id="8" name="TextBox 8"/>
            <p:cNvSpPr txBox="1"/>
            <p:nvPr/>
          </p:nvSpPr>
          <p:spPr>
            <a:xfrm>
              <a:off x="0" y="-9525"/>
              <a:ext cx="5706402" cy="2635923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8640"/>
                </a:lnSpc>
              </a:pPr>
              <a:r>
                <a:rPr lang="en-US" sz="7200" b="1">
                  <a:solidFill>
                    <a:srgbClr val="6BA8D7"/>
                  </a:solidFill>
                  <a:latin typeface="Source Sans 3 Bold"/>
                  <a:ea typeface="Source Sans 3 Bold"/>
                  <a:cs typeface="Source Sans 3 Bold"/>
                  <a:sym typeface="Source Sans 3 Bold"/>
                </a:rPr>
                <a:t>Títulos</a:t>
              </a:r>
            </a:p>
          </p:txBody>
        </p:sp>
      </p:grpSp>
      <p:sp>
        <p:nvSpPr>
          <p:cNvPr id="9" name="TextBox 9"/>
          <p:cNvSpPr txBox="1"/>
          <p:nvPr/>
        </p:nvSpPr>
        <p:spPr>
          <a:xfrm>
            <a:off x="8077124" y="4534424"/>
            <a:ext cx="2635348" cy="121815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879"/>
              </a:lnSpc>
            </a:pPr>
            <a:r>
              <a:rPr lang="en-US" sz="2400">
                <a:solidFill>
                  <a:srgbClr val="FFFFFF"/>
                </a:solidFill>
                <a:latin typeface="Source Sans 3"/>
                <a:ea typeface="Source Sans 3"/>
                <a:cs typeface="Source Sans 3"/>
                <a:sym typeface="Source Sans 3"/>
              </a:rPr>
              <a:t>Aqui entra o texto de apoio quando necessário. </a:t>
            </a:r>
          </a:p>
        </p:txBody>
      </p:sp>
      <p:pic>
        <p:nvPicPr>
          <p:cNvPr id="10" name="Picture 10"/>
          <p:cNvPicPr>
            <a:picLocks noChangeAspect="1"/>
          </p:cNvPicPr>
          <p:nvPr/>
        </p:nvPicPr>
        <p:blipFill>
          <a:blip r:embed="rId6"/>
          <a:srcRect/>
          <a:stretch>
            <a:fillRect/>
          </a:stretch>
        </p:blipFill>
        <p:spPr>
          <a:xfrm>
            <a:off x="4381876" y="4593352"/>
            <a:ext cx="1100287" cy="1100287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Imagem 12">
            <a:extLst>
              <a:ext uri="{FF2B5EF4-FFF2-40B4-BE49-F238E27FC236}">
                <a16:creationId xmlns:a16="http://schemas.microsoft.com/office/drawing/2014/main" id="{23688DE4-93B7-C0F8-D402-113EC25AD4E0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  <p:grpSp>
        <p:nvGrpSpPr>
          <p:cNvPr id="11" name="Agrupar 10">
            <a:extLst>
              <a:ext uri="{FF2B5EF4-FFF2-40B4-BE49-F238E27FC236}">
                <a16:creationId xmlns:a16="http://schemas.microsoft.com/office/drawing/2014/main" id="{B2216FC7-CD9A-24A4-2B5F-BB74922BC35F}"/>
              </a:ext>
            </a:extLst>
          </p:cNvPr>
          <p:cNvGrpSpPr/>
          <p:nvPr/>
        </p:nvGrpSpPr>
        <p:grpSpPr>
          <a:xfrm>
            <a:off x="0" y="0"/>
            <a:ext cx="18294823" cy="10287000"/>
            <a:chOff x="2275" y="0"/>
            <a:chExt cx="18294823" cy="10287000"/>
          </a:xfrm>
        </p:grpSpPr>
        <p:grpSp>
          <p:nvGrpSpPr>
            <p:cNvPr id="2" name="Group 2"/>
            <p:cNvGrpSpPr/>
            <p:nvPr/>
          </p:nvGrpSpPr>
          <p:grpSpPr>
            <a:xfrm>
              <a:off x="2275" y="0"/>
              <a:ext cx="18294823" cy="10287000"/>
              <a:chOff x="0" y="0"/>
              <a:chExt cx="4818390" cy="2709333"/>
            </a:xfrm>
          </p:grpSpPr>
          <p:sp>
            <p:nvSpPr>
              <p:cNvPr id="4" name="TextBox 4"/>
              <p:cNvSpPr txBox="1"/>
              <p:nvPr/>
            </p:nvSpPr>
            <p:spPr>
              <a:xfrm>
                <a:off x="0" y="0"/>
                <a:ext cx="4816593" cy="2709333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879"/>
                  </a:lnSpc>
                </a:pPr>
                <a:endParaRPr/>
              </a:p>
            </p:txBody>
          </p:sp>
          <p:sp>
            <p:nvSpPr>
              <p:cNvPr id="3" name="Freeform 3"/>
              <p:cNvSpPr/>
              <p:nvPr/>
            </p:nvSpPr>
            <p:spPr>
              <a:xfrm>
                <a:off x="1798" y="0"/>
                <a:ext cx="4816592" cy="2709333"/>
              </a:xfrm>
              <a:custGeom>
                <a:avLst/>
                <a:gdLst/>
                <a:ahLst/>
                <a:cxnLst/>
                <a:rect l="l" t="t" r="r" b="b"/>
                <a:pathLst>
                  <a:path w="4816592" h="2709333">
                    <a:moveTo>
                      <a:pt x="0" y="0"/>
                    </a:moveTo>
                    <a:lnTo>
                      <a:pt x="4816592" y="0"/>
                    </a:lnTo>
                    <a:lnTo>
                      <a:pt x="4816592" y="2709333"/>
                    </a:lnTo>
                    <a:lnTo>
                      <a:pt x="0" y="2709333"/>
                    </a:lnTo>
                    <a:close/>
                  </a:path>
                </a:pathLst>
              </a:custGeom>
              <a:gradFill rotWithShape="1">
                <a:gsLst>
                  <a:gs pos="0">
                    <a:srgbClr val="1A405D">
                      <a:alpha val="0"/>
                    </a:srgbClr>
                  </a:gs>
                  <a:gs pos="50000">
                    <a:srgbClr val="171E45">
                      <a:alpha val="80000"/>
                    </a:srgbClr>
                  </a:gs>
                  <a:gs pos="100000">
                    <a:srgbClr val="171E45">
                      <a:alpha val="90000"/>
                    </a:srgbClr>
                  </a:gs>
                </a:gsLst>
                <a:lin ang="0"/>
              </a:gradFill>
            </p:spPr>
            <p:txBody>
              <a:bodyPr/>
              <a:lstStyle/>
              <a:p>
                <a:endParaRPr lang="pt-BR" dirty="0"/>
              </a:p>
            </p:txBody>
          </p:sp>
        </p:grpSp>
        <p:sp>
          <p:nvSpPr>
            <p:cNvPr id="5" name="TextBox 5"/>
            <p:cNvSpPr txBox="1"/>
            <p:nvPr/>
          </p:nvSpPr>
          <p:spPr>
            <a:xfrm>
              <a:off x="10820400" y="4276726"/>
              <a:ext cx="6210713" cy="1558119"/>
            </a:xfrm>
            <a:prstGeom prst="rect">
              <a:avLst/>
            </a:prstGeom>
          </p:spPr>
          <p:txBody>
            <a:bodyPr wrap="square" lIns="0" tIns="0" rIns="0" bIns="0" rtlCol="0" anchor="t">
              <a:spAutoFit/>
            </a:bodyPr>
            <a:lstStyle/>
            <a:p>
              <a:pPr algn="ctr">
                <a:lnSpc>
                  <a:spcPts val="12600"/>
                </a:lnSpc>
              </a:pPr>
              <a:r>
                <a:rPr lang="en-US" sz="9000" b="1" dirty="0">
                  <a:solidFill>
                    <a:srgbClr val="FFFFFF"/>
                  </a:solidFill>
                  <a:latin typeface="Source Sans 3 Bold"/>
                  <a:ea typeface="Source Sans 3 Bold"/>
                  <a:cs typeface="Source Sans 3 Bold"/>
                  <a:sym typeface="Source Sans 3 Bold"/>
                </a:rPr>
                <a:t>ALESP</a:t>
              </a:r>
            </a:p>
          </p:txBody>
        </p:sp>
        <p:grpSp>
          <p:nvGrpSpPr>
            <p:cNvPr id="6" name="Group 6"/>
            <p:cNvGrpSpPr/>
            <p:nvPr/>
          </p:nvGrpSpPr>
          <p:grpSpPr>
            <a:xfrm>
              <a:off x="1079983" y="8915009"/>
              <a:ext cx="1333605" cy="401183"/>
              <a:chOff x="0" y="0"/>
              <a:chExt cx="1778140" cy="534911"/>
            </a:xfrm>
          </p:grpSpPr>
          <p:sp>
            <p:nvSpPr>
              <p:cNvPr id="7" name="Freeform 7"/>
              <p:cNvSpPr/>
              <p:nvPr/>
            </p:nvSpPr>
            <p:spPr>
              <a:xfrm>
                <a:off x="0" y="0"/>
                <a:ext cx="1778127" cy="534924"/>
              </a:xfrm>
              <a:custGeom>
                <a:avLst/>
                <a:gdLst/>
                <a:ahLst/>
                <a:cxnLst/>
                <a:rect l="l" t="t" r="r" b="b"/>
                <a:pathLst>
                  <a:path w="1778127" h="534924">
                    <a:moveTo>
                      <a:pt x="0" y="0"/>
                    </a:moveTo>
                    <a:lnTo>
                      <a:pt x="1778127" y="0"/>
                    </a:lnTo>
                    <a:lnTo>
                      <a:pt x="1778127" y="534924"/>
                    </a:lnTo>
                    <a:lnTo>
                      <a:pt x="0" y="534924"/>
                    </a:lnTo>
                    <a:lnTo>
                      <a:pt x="0" y="0"/>
                    </a:lnTo>
                    <a:close/>
                  </a:path>
                </a:pathLst>
              </a:custGeom>
              <a:blipFill>
                <a:blip r:embed="rId4"/>
                <a:stretch>
                  <a:fillRect b="2"/>
                </a:stretch>
              </a:blipFill>
            </p:spPr>
            <p:txBody>
              <a:bodyPr/>
              <a:lstStyle/>
              <a:p>
                <a:endParaRPr lang="pt-BR"/>
              </a:p>
            </p:txBody>
          </p:sp>
        </p:grpSp>
        <p:sp>
          <p:nvSpPr>
            <p:cNvPr id="8" name="AutoShape 8"/>
            <p:cNvSpPr/>
            <p:nvPr/>
          </p:nvSpPr>
          <p:spPr>
            <a:xfrm>
              <a:off x="8912261" y="1028700"/>
              <a:ext cx="0" cy="8086901"/>
            </a:xfrm>
            <a:prstGeom prst="line">
              <a:avLst/>
            </a:prstGeom>
            <a:ln w="76200" cap="rnd">
              <a:gradFill>
                <a:gsLst>
                  <a:gs pos="0">
                    <a:srgbClr val="9FC7E5">
                      <a:alpha val="100000"/>
                    </a:srgbClr>
                  </a:gs>
                  <a:gs pos="100000">
                    <a:srgbClr val="4089C2">
                      <a:alpha val="100000"/>
                    </a:srgbClr>
                  </a:gs>
                </a:gsLst>
                <a:path path="circle">
                  <a:fillToRect l="50000" t="50000" r="50000" b="50000"/>
                </a:path>
              </a:gradFill>
              <a:prstDash val="solid"/>
              <a:headEnd type="none" w="sm" len="sm"/>
              <a:tailEnd type="none" w="sm" len="sm"/>
            </a:ln>
          </p:spPr>
          <p:txBody>
            <a:bodyPr/>
            <a:lstStyle/>
            <a:p>
              <a:endParaRPr lang="pt-BR"/>
            </a:p>
          </p:txBody>
        </p:sp>
      </p:grp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1079983" y="8977798"/>
            <a:ext cx="1125112" cy="338404"/>
            <a:chOff x="0" y="0"/>
            <a:chExt cx="1500149" cy="451206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1500124" cy="451231"/>
            </a:xfrm>
            <a:custGeom>
              <a:avLst/>
              <a:gdLst/>
              <a:ahLst/>
              <a:cxnLst/>
              <a:rect l="l" t="t" r="r" b="b"/>
              <a:pathLst>
                <a:path w="1500124" h="451231">
                  <a:moveTo>
                    <a:pt x="0" y="0"/>
                  </a:moveTo>
                  <a:lnTo>
                    <a:pt x="1500124" y="0"/>
                  </a:lnTo>
                  <a:lnTo>
                    <a:pt x="1500124" y="451231"/>
                  </a:lnTo>
                  <a:lnTo>
                    <a:pt x="0" y="45123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r="-1" b="2"/>
              </a:stretch>
            </a:blipFill>
          </p:spPr>
          <p:txBody>
            <a:bodyPr/>
            <a:lstStyle/>
            <a:p>
              <a:endParaRPr lang="pt-BR"/>
            </a:p>
          </p:txBody>
        </p:sp>
      </p:grpSp>
      <p:grpSp>
        <p:nvGrpSpPr>
          <p:cNvPr id="4" name="Group 4"/>
          <p:cNvGrpSpPr/>
          <p:nvPr/>
        </p:nvGrpSpPr>
        <p:grpSpPr>
          <a:xfrm>
            <a:off x="1521704" y="4158596"/>
            <a:ext cx="4279802" cy="1969799"/>
            <a:chOff x="0" y="0"/>
            <a:chExt cx="5706402" cy="2626398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5706400" cy="2626400"/>
            </a:xfrm>
            <a:custGeom>
              <a:avLst/>
              <a:gdLst/>
              <a:ahLst/>
              <a:cxnLst/>
              <a:rect l="l" t="t" r="r" b="b"/>
              <a:pathLst>
                <a:path w="5706400" h="2626400">
                  <a:moveTo>
                    <a:pt x="0" y="0"/>
                  </a:moveTo>
                  <a:lnTo>
                    <a:pt x="5706400" y="0"/>
                  </a:lnTo>
                  <a:lnTo>
                    <a:pt x="5706400" y="2626400"/>
                  </a:lnTo>
                  <a:lnTo>
                    <a:pt x="0" y="2626400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-9052" r="-9052"/>
              </a:stretch>
            </a:blipFill>
          </p:spPr>
          <p:txBody>
            <a:bodyPr/>
            <a:lstStyle/>
            <a:p>
              <a:endParaRPr lang="pt-BR"/>
            </a:p>
          </p:txBody>
        </p:sp>
        <p:sp>
          <p:nvSpPr>
            <p:cNvPr id="6" name="TextBox 6"/>
            <p:cNvSpPr txBox="1"/>
            <p:nvPr/>
          </p:nvSpPr>
          <p:spPr>
            <a:xfrm>
              <a:off x="0" y="-9525"/>
              <a:ext cx="5706402" cy="2635923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8640"/>
                </a:lnSpc>
              </a:pPr>
              <a:r>
                <a:rPr lang="en-US" sz="7200" b="1">
                  <a:solidFill>
                    <a:srgbClr val="6BA8D7"/>
                  </a:solidFill>
                  <a:latin typeface="Source Sans 3 Bold"/>
                  <a:ea typeface="Source Sans 3 Bold"/>
                  <a:cs typeface="Source Sans 3 Bold"/>
                  <a:sym typeface="Source Sans 3 Bold"/>
                </a:rPr>
                <a:t>Títulos</a:t>
              </a:r>
            </a:p>
          </p:txBody>
        </p:sp>
      </p:grpSp>
      <p:pic>
        <p:nvPicPr>
          <p:cNvPr id="7" name="Picture 7"/>
          <p:cNvPicPr>
            <a:picLocks noChangeAspect="1"/>
          </p:cNvPicPr>
          <p:nvPr/>
        </p:nvPicPr>
        <p:blipFill>
          <a:blip r:embed="rId5"/>
          <a:srcRect/>
          <a:stretch>
            <a:fillRect/>
          </a:stretch>
        </p:blipFill>
        <p:spPr>
          <a:xfrm>
            <a:off x="4469352" y="4652289"/>
            <a:ext cx="1100287" cy="1100287"/>
          </a:xfrm>
          <a:prstGeom prst="rect">
            <a:avLst/>
          </a:prstGeom>
        </p:spPr>
      </p:pic>
      <p:sp>
        <p:nvSpPr>
          <p:cNvPr id="8" name="TextBox 8"/>
          <p:cNvSpPr txBox="1"/>
          <p:nvPr/>
        </p:nvSpPr>
        <p:spPr>
          <a:xfrm>
            <a:off x="1171404" y="1062228"/>
            <a:ext cx="4738954" cy="2381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920"/>
              </a:lnSpc>
            </a:pPr>
            <a:r>
              <a:rPr lang="en-US" sz="1600" dirty="0">
                <a:solidFill>
                  <a:srgbClr val="999999"/>
                </a:solidFill>
                <a:latin typeface="Source Sans 3"/>
                <a:ea typeface="Source Sans 3"/>
                <a:cs typeface="Source Sans 3"/>
                <a:sym typeface="Source Sans 3"/>
              </a:rPr>
              <a:t>SLIDES EXEMPLO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8077124" y="4534424"/>
            <a:ext cx="2635348" cy="111569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879"/>
              </a:lnSpc>
            </a:pPr>
            <a:r>
              <a:rPr lang="en-US" sz="2400" dirty="0">
                <a:solidFill>
                  <a:srgbClr val="161634"/>
                </a:solidFill>
                <a:latin typeface="Source Sans 3"/>
                <a:ea typeface="Source Sans 3"/>
                <a:cs typeface="Source Sans 3"/>
                <a:sym typeface="Source Sans 3"/>
              </a:rPr>
              <a:t>Aqui </a:t>
            </a:r>
            <a:r>
              <a:rPr lang="en-US" sz="2400" dirty="0" err="1">
                <a:solidFill>
                  <a:srgbClr val="161634"/>
                </a:solidFill>
                <a:latin typeface="Source Sans 3"/>
                <a:ea typeface="Source Sans 3"/>
                <a:cs typeface="Source Sans 3"/>
                <a:sym typeface="Source Sans 3"/>
              </a:rPr>
              <a:t>entra</a:t>
            </a:r>
            <a:r>
              <a:rPr lang="en-US" sz="2400" dirty="0">
                <a:solidFill>
                  <a:srgbClr val="161634"/>
                </a:solidFill>
                <a:latin typeface="Source Sans 3"/>
                <a:ea typeface="Source Sans 3"/>
                <a:cs typeface="Source Sans 3"/>
                <a:sym typeface="Source Sans 3"/>
              </a:rPr>
              <a:t> o </a:t>
            </a:r>
            <a:r>
              <a:rPr lang="en-US" sz="2400" dirty="0" err="1">
                <a:solidFill>
                  <a:srgbClr val="161634"/>
                </a:solidFill>
                <a:latin typeface="Source Sans 3"/>
                <a:ea typeface="Source Sans 3"/>
                <a:cs typeface="Source Sans 3"/>
                <a:sym typeface="Source Sans 3"/>
              </a:rPr>
              <a:t>texto</a:t>
            </a:r>
            <a:r>
              <a:rPr lang="en-US" sz="2400" dirty="0">
                <a:solidFill>
                  <a:srgbClr val="161634"/>
                </a:solidFill>
                <a:latin typeface="Source Sans 3"/>
                <a:ea typeface="Source Sans 3"/>
                <a:cs typeface="Source Sans 3"/>
                <a:sym typeface="Source Sans 3"/>
              </a:rPr>
              <a:t> de </a:t>
            </a:r>
            <a:r>
              <a:rPr lang="en-US" sz="2400" dirty="0" err="1">
                <a:solidFill>
                  <a:srgbClr val="161634"/>
                </a:solidFill>
                <a:latin typeface="Source Sans 3"/>
                <a:ea typeface="Source Sans 3"/>
                <a:cs typeface="Source Sans 3"/>
                <a:sym typeface="Source Sans 3"/>
              </a:rPr>
              <a:t>apoio</a:t>
            </a:r>
            <a:r>
              <a:rPr lang="en-US" sz="2400" dirty="0">
                <a:solidFill>
                  <a:srgbClr val="161634"/>
                </a:solidFill>
                <a:latin typeface="Source Sans 3"/>
                <a:ea typeface="Source Sans 3"/>
                <a:cs typeface="Source Sans 3"/>
                <a:sym typeface="Source Sans 3"/>
              </a:rPr>
              <a:t> </a:t>
            </a:r>
            <a:r>
              <a:rPr lang="en-US" sz="2400" dirty="0" err="1">
                <a:solidFill>
                  <a:srgbClr val="161634"/>
                </a:solidFill>
                <a:latin typeface="Source Sans 3"/>
                <a:ea typeface="Source Sans 3"/>
                <a:cs typeface="Source Sans 3"/>
                <a:sym typeface="Source Sans 3"/>
              </a:rPr>
              <a:t>quando</a:t>
            </a:r>
            <a:r>
              <a:rPr lang="en-US" sz="2400" dirty="0">
                <a:solidFill>
                  <a:srgbClr val="161634"/>
                </a:solidFill>
                <a:latin typeface="Source Sans 3"/>
                <a:ea typeface="Source Sans 3"/>
                <a:cs typeface="Source Sans 3"/>
                <a:sym typeface="Source Sans 3"/>
              </a:rPr>
              <a:t> </a:t>
            </a:r>
            <a:r>
              <a:rPr lang="en-US" sz="2400" dirty="0" err="1">
                <a:solidFill>
                  <a:srgbClr val="161634"/>
                </a:solidFill>
                <a:latin typeface="Source Sans 3"/>
                <a:ea typeface="Source Sans 3"/>
                <a:cs typeface="Source Sans 3"/>
                <a:sym typeface="Source Sans 3"/>
              </a:rPr>
              <a:t>necessário</a:t>
            </a:r>
            <a:r>
              <a:rPr lang="en-US" sz="2400" dirty="0">
                <a:solidFill>
                  <a:srgbClr val="161634"/>
                </a:solidFill>
                <a:latin typeface="Source Sans 3"/>
                <a:ea typeface="Source Sans 3"/>
                <a:cs typeface="Source Sans 3"/>
                <a:sym typeface="Source Sans 3"/>
              </a:rPr>
              <a:t>. 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1079983" y="8977798"/>
            <a:ext cx="1125112" cy="338404"/>
            <a:chOff x="0" y="0"/>
            <a:chExt cx="1500149" cy="451206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1500124" cy="451231"/>
            </a:xfrm>
            <a:custGeom>
              <a:avLst/>
              <a:gdLst/>
              <a:ahLst/>
              <a:cxnLst/>
              <a:rect l="l" t="t" r="r" b="b"/>
              <a:pathLst>
                <a:path w="1500124" h="451231">
                  <a:moveTo>
                    <a:pt x="0" y="0"/>
                  </a:moveTo>
                  <a:lnTo>
                    <a:pt x="1500124" y="0"/>
                  </a:lnTo>
                  <a:lnTo>
                    <a:pt x="1500124" y="451231"/>
                  </a:lnTo>
                  <a:lnTo>
                    <a:pt x="0" y="45123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r="-1" b="2"/>
              </a:stretch>
            </a:blipFill>
          </p:spPr>
          <p:txBody>
            <a:bodyPr/>
            <a:lstStyle/>
            <a:p>
              <a:endParaRPr lang="pt-BR"/>
            </a:p>
          </p:txBody>
        </p:sp>
      </p:grpSp>
      <p:sp>
        <p:nvSpPr>
          <p:cNvPr id="4" name="TextBox 4"/>
          <p:cNvSpPr txBox="1"/>
          <p:nvPr/>
        </p:nvSpPr>
        <p:spPr>
          <a:xfrm>
            <a:off x="1171404" y="1062228"/>
            <a:ext cx="4738954" cy="37395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920"/>
              </a:lnSpc>
            </a:pPr>
            <a:r>
              <a:rPr lang="en-US" sz="1600">
                <a:solidFill>
                  <a:srgbClr val="999999"/>
                </a:solidFill>
                <a:latin typeface="Source Sans 3"/>
                <a:ea typeface="Source Sans 3"/>
                <a:cs typeface="Source Sans 3"/>
                <a:sym typeface="Source Sans 3"/>
              </a:rPr>
              <a:t>SLIDES EXEMPLO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1171423" y="3940426"/>
            <a:ext cx="5932351" cy="240614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879"/>
              </a:lnSpc>
            </a:pPr>
            <a:r>
              <a:rPr lang="en-US" sz="2400">
                <a:solidFill>
                  <a:srgbClr val="161634"/>
                </a:solidFill>
                <a:latin typeface="Source Sans 3"/>
                <a:ea typeface="Source Sans 3"/>
                <a:cs typeface="Source Sans 3"/>
                <a:sym typeface="Source Sans 3"/>
              </a:rPr>
              <a:t>Slides de conteúdo simples servem para passar uma informação de forma objetiva.</a:t>
            </a:r>
          </a:p>
          <a:p>
            <a:pPr algn="l">
              <a:lnSpc>
                <a:spcPts val="2879"/>
              </a:lnSpc>
            </a:pPr>
            <a:endParaRPr lang="en-US" sz="2400">
              <a:solidFill>
                <a:srgbClr val="161634"/>
              </a:solidFill>
              <a:latin typeface="Source Sans 3"/>
              <a:ea typeface="Source Sans 3"/>
              <a:cs typeface="Source Sans 3"/>
              <a:sym typeface="Source Sans 3"/>
            </a:endParaRPr>
          </a:p>
          <a:p>
            <a:pPr algn="l">
              <a:lnSpc>
                <a:spcPts val="2879"/>
              </a:lnSpc>
            </a:pPr>
            <a:r>
              <a:rPr lang="en-US" sz="2400">
                <a:solidFill>
                  <a:srgbClr val="161634"/>
                </a:solidFill>
                <a:latin typeface="Source Sans 3"/>
                <a:ea typeface="Source Sans 3"/>
                <a:cs typeface="Source Sans 3"/>
                <a:sym typeface="Source Sans 3"/>
              </a:rPr>
              <a:t>Evite utilizar muito texto, se preciso, crie mais slides mas evite a utilização de informações muito longas.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1079983" y="8977798"/>
            <a:ext cx="1125112" cy="338404"/>
            <a:chOff x="0" y="0"/>
            <a:chExt cx="1500149" cy="451206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1500124" cy="451231"/>
            </a:xfrm>
            <a:custGeom>
              <a:avLst/>
              <a:gdLst/>
              <a:ahLst/>
              <a:cxnLst/>
              <a:rect l="l" t="t" r="r" b="b"/>
              <a:pathLst>
                <a:path w="1500124" h="451231">
                  <a:moveTo>
                    <a:pt x="0" y="0"/>
                  </a:moveTo>
                  <a:lnTo>
                    <a:pt x="1500124" y="0"/>
                  </a:lnTo>
                  <a:lnTo>
                    <a:pt x="1500124" y="451231"/>
                  </a:lnTo>
                  <a:lnTo>
                    <a:pt x="0" y="45123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r="-1" b="2"/>
              </a:stretch>
            </a:blipFill>
          </p:spPr>
          <p:txBody>
            <a:bodyPr/>
            <a:lstStyle/>
            <a:p>
              <a:endParaRPr lang="pt-BR"/>
            </a:p>
          </p:txBody>
        </p:sp>
      </p:grpSp>
      <p:sp>
        <p:nvSpPr>
          <p:cNvPr id="4" name="Freeform 4"/>
          <p:cNvSpPr/>
          <p:nvPr/>
        </p:nvSpPr>
        <p:spPr>
          <a:xfrm>
            <a:off x="8290334" y="2633712"/>
            <a:ext cx="5847636" cy="5847636"/>
          </a:xfrm>
          <a:custGeom>
            <a:avLst/>
            <a:gdLst/>
            <a:ahLst/>
            <a:cxnLst/>
            <a:rect l="l" t="t" r="r" b="b"/>
            <a:pathLst>
              <a:path w="5847636" h="5847636">
                <a:moveTo>
                  <a:pt x="0" y="0"/>
                </a:moveTo>
                <a:lnTo>
                  <a:pt x="5847636" y="0"/>
                </a:lnTo>
                <a:lnTo>
                  <a:pt x="5847636" y="5847637"/>
                </a:lnTo>
                <a:lnTo>
                  <a:pt x="0" y="5847637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  <p:txBody>
          <a:bodyPr/>
          <a:lstStyle/>
          <a:p>
            <a:endParaRPr lang="pt-BR"/>
          </a:p>
        </p:txBody>
      </p:sp>
      <p:sp>
        <p:nvSpPr>
          <p:cNvPr id="5" name="TextBox 5"/>
          <p:cNvSpPr txBox="1"/>
          <p:nvPr/>
        </p:nvSpPr>
        <p:spPr>
          <a:xfrm>
            <a:off x="1171404" y="1062228"/>
            <a:ext cx="4738954" cy="37395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920"/>
              </a:lnSpc>
            </a:pPr>
            <a:r>
              <a:rPr lang="en-US" sz="1600">
                <a:solidFill>
                  <a:srgbClr val="999999"/>
                </a:solidFill>
                <a:latin typeface="Source Sans 3"/>
                <a:ea typeface="Source Sans 3"/>
                <a:cs typeface="Source Sans 3"/>
                <a:sym typeface="Source Sans 3"/>
              </a:rPr>
              <a:t>SLIDES EXEMPLO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1171423" y="3940426"/>
            <a:ext cx="5932351" cy="21717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879"/>
              </a:lnSpc>
            </a:pPr>
            <a:r>
              <a:rPr lang="en-US" sz="2400">
                <a:solidFill>
                  <a:srgbClr val="161634"/>
                </a:solidFill>
                <a:latin typeface="Source Sans 3"/>
                <a:ea typeface="Source Sans 3"/>
                <a:cs typeface="Source Sans 3"/>
                <a:sym typeface="Source Sans 3"/>
              </a:rPr>
              <a:t>Slides de conteúdo simples servem para passar uma informação de forma objetiva.</a:t>
            </a:r>
          </a:p>
          <a:p>
            <a:pPr algn="l">
              <a:lnSpc>
                <a:spcPts val="2879"/>
              </a:lnSpc>
            </a:pPr>
            <a:endParaRPr lang="en-US" sz="2400">
              <a:solidFill>
                <a:srgbClr val="161634"/>
              </a:solidFill>
              <a:latin typeface="Source Sans 3"/>
              <a:ea typeface="Source Sans 3"/>
              <a:cs typeface="Source Sans 3"/>
              <a:sym typeface="Source Sans 3"/>
            </a:endParaRPr>
          </a:p>
          <a:p>
            <a:pPr algn="l">
              <a:lnSpc>
                <a:spcPts val="2879"/>
              </a:lnSpc>
            </a:pPr>
            <a:r>
              <a:rPr lang="en-US" sz="2400">
                <a:solidFill>
                  <a:srgbClr val="161634"/>
                </a:solidFill>
                <a:latin typeface="Source Sans 3"/>
                <a:ea typeface="Source Sans 3"/>
                <a:cs typeface="Source Sans 3"/>
                <a:sym typeface="Source Sans 3"/>
              </a:rPr>
              <a:t>Evite utilizar muito texto, se preciso, crie mais slides mas evite a utilização de informações muito longas.</a:t>
            </a:r>
          </a:p>
        </p:txBody>
      </p:sp>
      <p:sp>
        <p:nvSpPr>
          <p:cNvPr id="7" name="Freeform 7"/>
          <p:cNvSpPr/>
          <p:nvPr/>
        </p:nvSpPr>
        <p:spPr>
          <a:xfrm>
            <a:off x="12125899" y="1028700"/>
            <a:ext cx="5847636" cy="5847636"/>
          </a:xfrm>
          <a:custGeom>
            <a:avLst/>
            <a:gdLst/>
            <a:ahLst/>
            <a:cxnLst/>
            <a:rect l="l" t="t" r="r" b="b"/>
            <a:pathLst>
              <a:path w="5847636" h="5847636">
                <a:moveTo>
                  <a:pt x="0" y="0"/>
                </a:moveTo>
                <a:lnTo>
                  <a:pt x="5847637" y="0"/>
                </a:lnTo>
                <a:lnTo>
                  <a:pt x="5847637" y="5847636"/>
                </a:lnTo>
                <a:lnTo>
                  <a:pt x="0" y="5847636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/>
            </a:stretch>
          </a:blipFill>
        </p:spPr>
        <p:txBody>
          <a:bodyPr/>
          <a:lstStyle/>
          <a:p>
            <a:endParaRPr lang="pt-BR"/>
          </a:p>
        </p:txBody>
      </p:sp>
      <p:sp>
        <p:nvSpPr>
          <p:cNvPr id="8" name="TextBox 8"/>
          <p:cNvSpPr txBox="1"/>
          <p:nvPr/>
        </p:nvSpPr>
        <p:spPr>
          <a:xfrm>
            <a:off x="9367070" y="6223596"/>
            <a:ext cx="3503073" cy="99136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664"/>
              </a:lnSpc>
              <a:spcBef>
                <a:spcPct val="0"/>
              </a:spcBef>
            </a:pPr>
            <a:r>
              <a:rPr lang="en-US" sz="2220">
                <a:solidFill>
                  <a:srgbClr val="000000"/>
                </a:solidFill>
                <a:latin typeface="Source Sans 3"/>
                <a:ea typeface="Source Sans 3"/>
                <a:cs typeface="Source Sans 3"/>
                <a:sym typeface="Source Sans 3"/>
              </a:rPr>
              <a:t>Lorem Ipsum is simply dummy text of the printing and typesetting industry.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13298181" y="2940301"/>
            <a:ext cx="3503073" cy="10001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664"/>
              </a:lnSpc>
              <a:spcBef>
                <a:spcPct val="0"/>
              </a:spcBef>
            </a:pPr>
            <a:r>
              <a:rPr lang="en-US" sz="2220">
                <a:solidFill>
                  <a:srgbClr val="FFFFFF"/>
                </a:solidFill>
                <a:latin typeface="Source Sans 3"/>
                <a:ea typeface="Source Sans 3"/>
                <a:cs typeface="Source Sans 3"/>
                <a:sym typeface="Source Sans 3"/>
              </a:rPr>
              <a:t>Lorem Ipsum is simply dummy text of the printing and typesetting industry.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1079983" y="8977798"/>
            <a:ext cx="1125112" cy="338404"/>
            <a:chOff x="0" y="0"/>
            <a:chExt cx="1500149" cy="451206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1500124" cy="451231"/>
            </a:xfrm>
            <a:custGeom>
              <a:avLst/>
              <a:gdLst/>
              <a:ahLst/>
              <a:cxnLst/>
              <a:rect l="l" t="t" r="r" b="b"/>
              <a:pathLst>
                <a:path w="1500124" h="451231">
                  <a:moveTo>
                    <a:pt x="0" y="0"/>
                  </a:moveTo>
                  <a:lnTo>
                    <a:pt x="1500124" y="0"/>
                  </a:lnTo>
                  <a:lnTo>
                    <a:pt x="1500124" y="451231"/>
                  </a:lnTo>
                  <a:lnTo>
                    <a:pt x="0" y="45123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r="-1" b="2"/>
              </a:stretch>
            </a:blipFill>
          </p:spPr>
          <p:txBody>
            <a:bodyPr/>
            <a:lstStyle/>
            <a:p>
              <a:endParaRPr lang="pt-BR"/>
            </a:p>
          </p:txBody>
        </p:sp>
      </p:grpSp>
      <p:sp>
        <p:nvSpPr>
          <p:cNvPr id="4" name="Freeform 4"/>
          <p:cNvSpPr/>
          <p:nvPr/>
        </p:nvSpPr>
        <p:spPr>
          <a:xfrm>
            <a:off x="1079983" y="5983356"/>
            <a:ext cx="1663160" cy="1663160"/>
          </a:xfrm>
          <a:custGeom>
            <a:avLst/>
            <a:gdLst/>
            <a:ahLst/>
            <a:cxnLst/>
            <a:rect l="l" t="t" r="r" b="b"/>
            <a:pathLst>
              <a:path w="1663160" h="1663160">
                <a:moveTo>
                  <a:pt x="0" y="0"/>
                </a:moveTo>
                <a:lnTo>
                  <a:pt x="1663160" y="0"/>
                </a:lnTo>
                <a:lnTo>
                  <a:pt x="1663160" y="1663160"/>
                </a:lnTo>
                <a:lnTo>
                  <a:pt x="0" y="1663160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  <a:ln cap="sq">
            <a:noFill/>
            <a:prstDash val="solid"/>
            <a:miter/>
          </a:ln>
        </p:spPr>
        <p:txBody>
          <a:bodyPr/>
          <a:lstStyle/>
          <a:p>
            <a:endParaRPr lang="pt-BR"/>
          </a:p>
        </p:txBody>
      </p:sp>
      <p:sp>
        <p:nvSpPr>
          <p:cNvPr id="5" name="Freeform 5"/>
          <p:cNvSpPr/>
          <p:nvPr/>
        </p:nvSpPr>
        <p:spPr>
          <a:xfrm>
            <a:off x="1079983" y="2775740"/>
            <a:ext cx="1663160" cy="1663160"/>
          </a:xfrm>
          <a:custGeom>
            <a:avLst/>
            <a:gdLst/>
            <a:ahLst/>
            <a:cxnLst/>
            <a:rect l="l" t="t" r="r" b="b"/>
            <a:pathLst>
              <a:path w="1663160" h="1663160">
                <a:moveTo>
                  <a:pt x="0" y="0"/>
                </a:moveTo>
                <a:lnTo>
                  <a:pt x="1663160" y="0"/>
                </a:lnTo>
                <a:lnTo>
                  <a:pt x="1663160" y="1663160"/>
                </a:lnTo>
                <a:lnTo>
                  <a:pt x="0" y="1663160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  <a:ln cap="sq">
            <a:noFill/>
            <a:prstDash val="solid"/>
            <a:miter/>
          </a:ln>
        </p:spPr>
        <p:txBody>
          <a:bodyPr/>
          <a:lstStyle/>
          <a:p>
            <a:endParaRPr lang="pt-BR"/>
          </a:p>
        </p:txBody>
      </p:sp>
      <p:sp>
        <p:nvSpPr>
          <p:cNvPr id="6" name="Freeform 6"/>
          <p:cNvSpPr/>
          <p:nvPr/>
        </p:nvSpPr>
        <p:spPr>
          <a:xfrm>
            <a:off x="9187663" y="2775740"/>
            <a:ext cx="1663160" cy="1663160"/>
          </a:xfrm>
          <a:custGeom>
            <a:avLst/>
            <a:gdLst/>
            <a:ahLst/>
            <a:cxnLst/>
            <a:rect l="l" t="t" r="r" b="b"/>
            <a:pathLst>
              <a:path w="1663160" h="1663160">
                <a:moveTo>
                  <a:pt x="0" y="0"/>
                </a:moveTo>
                <a:lnTo>
                  <a:pt x="1663160" y="0"/>
                </a:lnTo>
                <a:lnTo>
                  <a:pt x="1663160" y="1663160"/>
                </a:lnTo>
                <a:lnTo>
                  <a:pt x="0" y="1663160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  <a:ln cap="sq">
            <a:noFill/>
            <a:prstDash val="solid"/>
            <a:miter/>
          </a:ln>
        </p:spPr>
        <p:txBody>
          <a:bodyPr/>
          <a:lstStyle/>
          <a:p>
            <a:endParaRPr lang="pt-BR"/>
          </a:p>
        </p:txBody>
      </p:sp>
      <p:sp>
        <p:nvSpPr>
          <p:cNvPr id="7" name="Freeform 7"/>
          <p:cNvSpPr/>
          <p:nvPr/>
        </p:nvSpPr>
        <p:spPr>
          <a:xfrm>
            <a:off x="9187663" y="6135756"/>
            <a:ext cx="1663160" cy="1663160"/>
          </a:xfrm>
          <a:custGeom>
            <a:avLst/>
            <a:gdLst/>
            <a:ahLst/>
            <a:cxnLst/>
            <a:rect l="l" t="t" r="r" b="b"/>
            <a:pathLst>
              <a:path w="1663160" h="1663160">
                <a:moveTo>
                  <a:pt x="0" y="0"/>
                </a:moveTo>
                <a:lnTo>
                  <a:pt x="1663160" y="0"/>
                </a:lnTo>
                <a:lnTo>
                  <a:pt x="1663160" y="1663160"/>
                </a:lnTo>
                <a:lnTo>
                  <a:pt x="0" y="1663160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  <a:ln cap="sq">
            <a:noFill/>
            <a:prstDash val="solid"/>
            <a:miter/>
          </a:ln>
        </p:spPr>
        <p:txBody>
          <a:bodyPr/>
          <a:lstStyle/>
          <a:p>
            <a:endParaRPr lang="pt-BR"/>
          </a:p>
        </p:txBody>
      </p:sp>
      <p:sp>
        <p:nvSpPr>
          <p:cNvPr id="8" name="Freeform 8"/>
          <p:cNvSpPr/>
          <p:nvPr/>
        </p:nvSpPr>
        <p:spPr>
          <a:xfrm>
            <a:off x="-436240" y="962178"/>
            <a:ext cx="8162083" cy="695308"/>
          </a:xfrm>
          <a:custGeom>
            <a:avLst/>
            <a:gdLst/>
            <a:ahLst/>
            <a:cxnLst/>
            <a:rect l="l" t="t" r="r" b="b"/>
            <a:pathLst>
              <a:path w="8162083" h="695308">
                <a:moveTo>
                  <a:pt x="0" y="0"/>
                </a:moveTo>
                <a:lnTo>
                  <a:pt x="8162083" y="0"/>
                </a:lnTo>
                <a:lnTo>
                  <a:pt x="8162083" y="695309"/>
                </a:lnTo>
                <a:lnTo>
                  <a:pt x="0" y="695309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t="-812299" b="-57023"/>
            </a:stretch>
          </a:blipFill>
        </p:spPr>
        <p:txBody>
          <a:bodyPr/>
          <a:lstStyle/>
          <a:p>
            <a:endParaRPr lang="pt-BR"/>
          </a:p>
        </p:txBody>
      </p:sp>
      <p:sp>
        <p:nvSpPr>
          <p:cNvPr id="9" name="TextBox 9"/>
          <p:cNvSpPr txBox="1"/>
          <p:nvPr/>
        </p:nvSpPr>
        <p:spPr>
          <a:xfrm>
            <a:off x="789836" y="1176483"/>
            <a:ext cx="4738954" cy="2667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160"/>
              </a:lnSpc>
            </a:pPr>
            <a:r>
              <a:rPr lang="en-US" sz="1800">
                <a:solidFill>
                  <a:srgbClr val="FFFFFF"/>
                </a:solidFill>
                <a:latin typeface="Source Sans 3"/>
                <a:ea typeface="Source Sans 3"/>
                <a:cs typeface="Source Sans 3"/>
                <a:sym typeface="Source Sans 3"/>
              </a:rPr>
              <a:t>ESCREVA SEU TEXTO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3170134" y="3369195"/>
            <a:ext cx="4717313" cy="7810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050"/>
              </a:lnSpc>
            </a:pPr>
            <a:endParaRPr/>
          </a:p>
          <a:p>
            <a:pPr algn="l">
              <a:lnSpc>
                <a:spcPts val="2050"/>
              </a:lnSpc>
            </a:pPr>
            <a:r>
              <a:rPr lang="en-US" sz="1708">
                <a:solidFill>
                  <a:srgbClr val="000000"/>
                </a:solidFill>
                <a:latin typeface="Arial Nova Condensed"/>
                <a:ea typeface="Arial Nova Condensed"/>
                <a:cs typeface="Arial Nova Condensed"/>
                <a:sym typeface="Arial Nova Condensed"/>
              </a:rPr>
              <a:t>Evite utilizar muito texto, se preciso, crie mais slides mas evite a utilização de informações muito longas.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3159313" y="3064395"/>
            <a:ext cx="4717313" cy="3143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530"/>
              </a:lnSpc>
            </a:pPr>
            <a:r>
              <a:rPr lang="en-US" sz="2108">
                <a:solidFill>
                  <a:srgbClr val="161634"/>
                </a:solidFill>
                <a:latin typeface="Source Sans 3"/>
                <a:ea typeface="Source Sans 3"/>
                <a:cs typeface="Source Sans 3"/>
                <a:sym typeface="Source Sans 3"/>
              </a:rPr>
              <a:t>Título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3159313" y="6576811"/>
            <a:ext cx="4717313" cy="7810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050"/>
              </a:lnSpc>
            </a:pPr>
            <a:endParaRPr/>
          </a:p>
          <a:p>
            <a:pPr algn="l">
              <a:lnSpc>
                <a:spcPts val="2050"/>
              </a:lnSpc>
            </a:pPr>
            <a:r>
              <a:rPr lang="en-US" sz="1708">
                <a:solidFill>
                  <a:srgbClr val="000000"/>
                </a:solidFill>
                <a:latin typeface="Arial Nova Condensed"/>
                <a:ea typeface="Arial Nova Condensed"/>
                <a:cs typeface="Arial Nova Condensed"/>
                <a:sym typeface="Arial Nova Condensed"/>
              </a:rPr>
              <a:t>Evite utilizar muito texto, se preciso, crie mais slides mas evite a utilização de informações muito longas.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3148493" y="6272011"/>
            <a:ext cx="4717313" cy="3143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530"/>
              </a:lnSpc>
            </a:pPr>
            <a:r>
              <a:rPr lang="en-US" sz="2108">
                <a:solidFill>
                  <a:srgbClr val="161634"/>
                </a:solidFill>
                <a:latin typeface="Source Sans 3"/>
                <a:ea typeface="Source Sans 3"/>
                <a:cs typeface="Source Sans 3"/>
                <a:sym typeface="Source Sans 3"/>
              </a:rPr>
              <a:t>Título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11439986" y="3369195"/>
            <a:ext cx="4717313" cy="7810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050"/>
              </a:lnSpc>
            </a:pPr>
            <a:endParaRPr/>
          </a:p>
          <a:p>
            <a:pPr algn="l">
              <a:lnSpc>
                <a:spcPts val="2050"/>
              </a:lnSpc>
            </a:pPr>
            <a:r>
              <a:rPr lang="en-US" sz="1708">
                <a:solidFill>
                  <a:srgbClr val="000000"/>
                </a:solidFill>
                <a:latin typeface="Arial Nova Condensed"/>
                <a:ea typeface="Arial Nova Condensed"/>
                <a:cs typeface="Arial Nova Condensed"/>
                <a:sym typeface="Arial Nova Condensed"/>
              </a:rPr>
              <a:t>Evite utilizar muito texto, se preciso, crie mais slides mas evite a utilização de informações muito longas.</a:t>
            </a:r>
          </a:p>
        </p:txBody>
      </p:sp>
      <p:sp>
        <p:nvSpPr>
          <p:cNvPr id="15" name="TextBox 15"/>
          <p:cNvSpPr txBox="1"/>
          <p:nvPr/>
        </p:nvSpPr>
        <p:spPr>
          <a:xfrm>
            <a:off x="11429165" y="3064395"/>
            <a:ext cx="4717313" cy="3143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530"/>
              </a:lnSpc>
            </a:pPr>
            <a:r>
              <a:rPr lang="en-US" sz="2108">
                <a:solidFill>
                  <a:srgbClr val="161634"/>
                </a:solidFill>
                <a:latin typeface="Source Sans 3"/>
                <a:ea typeface="Source Sans 3"/>
                <a:cs typeface="Source Sans 3"/>
                <a:sym typeface="Source Sans 3"/>
              </a:rPr>
              <a:t>Título</a:t>
            </a:r>
          </a:p>
        </p:txBody>
      </p:sp>
      <p:sp>
        <p:nvSpPr>
          <p:cNvPr id="16" name="TextBox 16"/>
          <p:cNvSpPr txBox="1"/>
          <p:nvPr/>
        </p:nvSpPr>
        <p:spPr>
          <a:xfrm>
            <a:off x="11271219" y="6733973"/>
            <a:ext cx="4717313" cy="7810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050"/>
              </a:lnSpc>
            </a:pPr>
            <a:endParaRPr/>
          </a:p>
          <a:p>
            <a:pPr algn="l">
              <a:lnSpc>
                <a:spcPts val="2050"/>
              </a:lnSpc>
            </a:pPr>
            <a:r>
              <a:rPr lang="en-US" sz="1708">
                <a:solidFill>
                  <a:srgbClr val="000000"/>
                </a:solidFill>
                <a:latin typeface="Arial Nova Condensed"/>
                <a:ea typeface="Arial Nova Condensed"/>
                <a:cs typeface="Arial Nova Condensed"/>
                <a:sym typeface="Arial Nova Condensed"/>
              </a:rPr>
              <a:t>Evite utilizar muito texto, se preciso, crie mais slides mas evite a utilização de informações muito longas.</a:t>
            </a:r>
          </a:p>
        </p:txBody>
      </p:sp>
      <p:sp>
        <p:nvSpPr>
          <p:cNvPr id="17" name="TextBox 17"/>
          <p:cNvSpPr txBox="1"/>
          <p:nvPr/>
        </p:nvSpPr>
        <p:spPr>
          <a:xfrm>
            <a:off x="11260398" y="6429173"/>
            <a:ext cx="4717313" cy="3143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530"/>
              </a:lnSpc>
            </a:pPr>
            <a:r>
              <a:rPr lang="en-US" sz="2108">
                <a:solidFill>
                  <a:srgbClr val="161634"/>
                </a:solidFill>
                <a:latin typeface="Source Sans 3"/>
                <a:ea typeface="Source Sans 3"/>
                <a:cs typeface="Source Sans 3"/>
                <a:sym typeface="Source Sans 3"/>
              </a:rPr>
              <a:t>Título</a:t>
            </a:r>
          </a:p>
        </p:txBody>
      </p:sp>
      <p:pic>
        <p:nvPicPr>
          <p:cNvPr id="18" name="Picture 18"/>
          <p:cNvPicPr>
            <a:picLocks noChangeAspect="1"/>
          </p:cNvPicPr>
          <p:nvPr/>
        </p:nvPicPr>
        <p:blipFill>
          <a:blip r:embed="rId6"/>
          <a:srcRect/>
          <a:stretch>
            <a:fillRect/>
          </a:stretch>
        </p:blipFill>
        <p:spPr>
          <a:xfrm>
            <a:off x="1368638" y="6272011"/>
            <a:ext cx="1085850" cy="1085850"/>
          </a:xfrm>
          <a:prstGeom prst="rect">
            <a:avLst/>
          </a:prstGeom>
        </p:spPr>
      </p:pic>
      <p:pic>
        <p:nvPicPr>
          <p:cNvPr id="19" name="Picture 19"/>
          <p:cNvPicPr>
            <a:picLocks noChangeAspect="1"/>
          </p:cNvPicPr>
          <p:nvPr/>
        </p:nvPicPr>
        <p:blipFill>
          <a:blip r:embed="rId7"/>
          <a:srcRect/>
          <a:stretch>
            <a:fillRect/>
          </a:stretch>
        </p:blipFill>
        <p:spPr>
          <a:xfrm>
            <a:off x="1009479" y="2705237"/>
            <a:ext cx="1804167" cy="1804167"/>
          </a:xfrm>
          <a:prstGeom prst="rect">
            <a:avLst/>
          </a:prstGeom>
        </p:spPr>
      </p:pic>
      <p:sp>
        <p:nvSpPr>
          <p:cNvPr id="20" name="TextBox 20"/>
          <p:cNvSpPr txBox="1"/>
          <p:nvPr/>
        </p:nvSpPr>
        <p:spPr>
          <a:xfrm>
            <a:off x="1079983" y="4951105"/>
            <a:ext cx="3592409" cy="5905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399"/>
              </a:lnSpc>
            </a:pPr>
            <a:r>
              <a:rPr lang="en-US" sz="1999" dirty="0">
                <a:solidFill>
                  <a:srgbClr val="FF2828"/>
                </a:solidFill>
                <a:latin typeface="Source Sans 3"/>
                <a:ea typeface="Source Sans 3"/>
                <a:cs typeface="Source Sans 3"/>
                <a:sym typeface="Source Sans 3"/>
              </a:rPr>
              <a:t>EXEMPLO DE USO DO FUNDO HEXÁGONO COM ÍCONES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1079983" y="8977798"/>
            <a:ext cx="1125112" cy="338404"/>
            <a:chOff x="0" y="0"/>
            <a:chExt cx="1500149" cy="451206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1500124" cy="451231"/>
            </a:xfrm>
            <a:custGeom>
              <a:avLst/>
              <a:gdLst/>
              <a:ahLst/>
              <a:cxnLst/>
              <a:rect l="l" t="t" r="r" b="b"/>
              <a:pathLst>
                <a:path w="1500124" h="451231">
                  <a:moveTo>
                    <a:pt x="0" y="0"/>
                  </a:moveTo>
                  <a:lnTo>
                    <a:pt x="1500124" y="0"/>
                  </a:lnTo>
                  <a:lnTo>
                    <a:pt x="1500124" y="451231"/>
                  </a:lnTo>
                  <a:lnTo>
                    <a:pt x="0" y="45123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r="-1" b="2"/>
              </a:stretch>
            </a:blipFill>
          </p:spPr>
          <p:txBody>
            <a:bodyPr/>
            <a:lstStyle/>
            <a:p>
              <a:endParaRPr lang="pt-BR"/>
            </a:p>
          </p:txBody>
        </p:sp>
      </p:grpSp>
      <p:sp>
        <p:nvSpPr>
          <p:cNvPr id="20" name="TextBox 20"/>
          <p:cNvSpPr txBox="1"/>
          <p:nvPr/>
        </p:nvSpPr>
        <p:spPr>
          <a:xfrm>
            <a:off x="749523" y="733300"/>
            <a:ext cx="4738954" cy="28212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160"/>
              </a:lnSpc>
            </a:pPr>
            <a:r>
              <a:rPr lang="en-US" sz="1800" b="1" dirty="0">
                <a:solidFill>
                  <a:srgbClr val="FFFFFF"/>
                </a:solidFill>
                <a:latin typeface="Source Sans 3"/>
                <a:ea typeface="Source Sans 3"/>
                <a:cs typeface="Source Sans 3"/>
                <a:sym typeface="Source Sans 3"/>
              </a:rPr>
              <a:t>B</a:t>
            </a:r>
            <a:r>
              <a:rPr lang="en-US" sz="1800" b="1" dirty="0">
                <a:solidFill>
                  <a:srgbClr val="161634"/>
                </a:solidFill>
                <a:latin typeface="Source Sans 3"/>
                <a:ea typeface="Source Sans 3"/>
                <a:cs typeface="Source Sans 3"/>
                <a:sym typeface="Source Sans 3"/>
              </a:rPr>
              <a:t>BANCO DE ÍCONES</a:t>
            </a:r>
          </a:p>
        </p:txBody>
      </p:sp>
      <p:pic>
        <p:nvPicPr>
          <p:cNvPr id="21" name="Gráfico 23" descr="Balões com preenchimento sólido">
            <a:extLst>
              <a:ext uri="{FF2B5EF4-FFF2-40B4-BE49-F238E27FC236}">
                <a16:creationId xmlns:a16="http://schemas.microsoft.com/office/drawing/2014/main" id="{E873FDE5-A5A8-EFC3-5DBA-C29FD4BDDFE2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3894000" y="7800000"/>
            <a:ext cx="1200000" cy="1200000"/>
          </a:xfrm>
          <a:prstGeom prst="rect">
            <a:avLst/>
          </a:prstGeom>
        </p:spPr>
      </p:pic>
      <p:pic>
        <p:nvPicPr>
          <p:cNvPr id="22" name="Gráfico 22" descr="Estrela de classificação com preenchimento sólido">
            <a:extLst>
              <a:ext uri="{FF2B5EF4-FFF2-40B4-BE49-F238E27FC236}">
                <a16:creationId xmlns:a16="http://schemas.microsoft.com/office/drawing/2014/main" id="{03F5A97A-05D1-C89C-E426-51D57F3BEA12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9319000" y="2700000"/>
            <a:ext cx="1200000" cy="1200000"/>
          </a:xfrm>
          <a:prstGeom prst="rect">
            <a:avLst/>
          </a:prstGeom>
        </p:spPr>
      </p:pic>
      <p:pic>
        <p:nvPicPr>
          <p:cNvPr id="23" name="Gráfico 20" descr="Trabalhador de construção com preenchimento sólido">
            <a:extLst>
              <a:ext uri="{FF2B5EF4-FFF2-40B4-BE49-F238E27FC236}">
                <a16:creationId xmlns:a16="http://schemas.microsoft.com/office/drawing/2014/main" id="{7224C669-42BC-F6EF-9AD1-B9FDCC8014FA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2419000" y="1000000"/>
            <a:ext cx="1200000" cy="1200000"/>
          </a:xfrm>
          <a:prstGeom prst="rect">
            <a:avLst/>
          </a:prstGeom>
        </p:spPr>
      </p:pic>
      <p:pic>
        <p:nvPicPr>
          <p:cNvPr id="24" name="Gráfico 24" descr="Apresentação com lista de verificação com preenchimento sólido">
            <a:extLst>
              <a:ext uri="{FF2B5EF4-FFF2-40B4-BE49-F238E27FC236}">
                <a16:creationId xmlns:a16="http://schemas.microsoft.com/office/drawing/2014/main" id="{6A301BDE-8A23-4610-CFEC-610F355C421D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2344000" y="4400000"/>
            <a:ext cx="1200000" cy="1200000"/>
          </a:xfrm>
          <a:prstGeom prst="rect">
            <a:avLst/>
          </a:prstGeom>
        </p:spPr>
      </p:pic>
      <p:pic>
        <p:nvPicPr>
          <p:cNvPr id="25" name="Gráfico 40" descr="Eletricista masculino com preenchimento sólido">
            <a:extLst>
              <a:ext uri="{FF2B5EF4-FFF2-40B4-BE49-F238E27FC236}">
                <a16:creationId xmlns:a16="http://schemas.microsoft.com/office/drawing/2014/main" id="{481D31C3-168B-F059-7200-DC9A3A888331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7769000" y="1000000"/>
            <a:ext cx="1200000" cy="1200000"/>
          </a:xfrm>
          <a:prstGeom prst="rect">
            <a:avLst/>
          </a:prstGeom>
        </p:spPr>
      </p:pic>
      <p:pic>
        <p:nvPicPr>
          <p:cNvPr id="26" name="Gráfico 35" descr="Escrivaninha de Home Office com preenchimento sólido">
            <a:extLst>
              <a:ext uri="{FF2B5EF4-FFF2-40B4-BE49-F238E27FC236}">
                <a16:creationId xmlns:a16="http://schemas.microsoft.com/office/drawing/2014/main" id="{E6A4ACBE-0F5F-23A0-2E57-8439BD0FA351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6219000" y="6100000"/>
            <a:ext cx="1200000" cy="1200000"/>
          </a:xfrm>
          <a:prstGeom prst="rect">
            <a:avLst/>
          </a:prstGeom>
        </p:spPr>
      </p:pic>
      <p:pic>
        <p:nvPicPr>
          <p:cNvPr id="27" name="Gráfico 42" descr="Câmera de segurança com preenchimento sólido">
            <a:extLst>
              <a:ext uri="{FF2B5EF4-FFF2-40B4-BE49-F238E27FC236}">
                <a16:creationId xmlns:a16="http://schemas.microsoft.com/office/drawing/2014/main" id="{3B0312D2-5CDE-D34B-079E-4A51AC359041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3119000" y="6100000"/>
            <a:ext cx="1200000" cy="1200000"/>
          </a:xfrm>
          <a:prstGeom prst="rect">
            <a:avLst/>
          </a:prstGeom>
        </p:spPr>
      </p:pic>
      <p:pic>
        <p:nvPicPr>
          <p:cNvPr id="29" name="Gráfico 4" descr="Dólar com preenchimento sólido">
            <a:extLst>
              <a:ext uri="{FF2B5EF4-FFF2-40B4-BE49-F238E27FC236}">
                <a16:creationId xmlns:a16="http://schemas.microsoft.com/office/drawing/2014/main" id="{F11AEAB6-3B65-60AC-B9D0-EA37105BA6B0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7769000" y="2700000"/>
            <a:ext cx="1200000" cy="1200000"/>
          </a:xfrm>
          <a:prstGeom prst="rect">
            <a:avLst/>
          </a:prstGeom>
        </p:spPr>
      </p:pic>
      <p:pic>
        <p:nvPicPr>
          <p:cNvPr id="30" name="Gráfico 13" descr="Crescimento Comercial com preenchimento sólido">
            <a:extLst>
              <a:ext uri="{FF2B5EF4-FFF2-40B4-BE49-F238E27FC236}">
                <a16:creationId xmlns:a16="http://schemas.microsoft.com/office/drawing/2014/main" id="{295DEDA6-427A-EE68-9A70-3937D0665E34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1"/>
              </a:ext>
            </a:extLst>
          </a:blip>
          <a:stretch>
            <a:fillRect/>
          </a:stretch>
        </p:blipFill>
        <p:spPr>
          <a:xfrm>
            <a:off x="4669000" y="2700000"/>
            <a:ext cx="1200000" cy="1200000"/>
          </a:xfrm>
          <a:prstGeom prst="rect">
            <a:avLst/>
          </a:prstGeom>
        </p:spPr>
      </p:pic>
      <p:pic>
        <p:nvPicPr>
          <p:cNvPr id="31" name="Gráfico 8" descr="Internet com preenchimento sólido">
            <a:extLst>
              <a:ext uri="{FF2B5EF4-FFF2-40B4-BE49-F238E27FC236}">
                <a16:creationId xmlns:a16="http://schemas.microsoft.com/office/drawing/2014/main" id="{64EF0392-500A-C0B2-16EA-31F7D1E974C3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p:blipFill>
        <p:spPr>
          <a:xfrm>
            <a:off x="9319000" y="6100000"/>
            <a:ext cx="1200000" cy="1200000"/>
          </a:xfrm>
          <a:prstGeom prst="rect">
            <a:avLst/>
          </a:prstGeom>
        </p:spPr>
      </p:pic>
      <p:pic>
        <p:nvPicPr>
          <p:cNvPr id="32" name="Gráfico 10" descr="Interface do Usuário/Experiência do Usuário com preenchimento sólido">
            <a:extLst>
              <a:ext uri="{FF2B5EF4-FFF2-40B4-BE49-F238E27FC236}">
                <a16:creationId xmlns:a16="http://schemas.microsoft.com/office/drawing/2014/main" id="{74693A7D-75AD-DDB9-952F-8931414D97C9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3"/>
              </a:ext>
            </a:extLst>
          </a:blip>
          <a:stretch>
            <a:fillRect/>
          </a:stretch>
        </p:blipFill>
        <p:spPr>
          <a:xfrm>
            <a:off x="7769000" y="6100000"/>
            <a:ext cx="1200000" cy="1200000"/>
          </a:xfrm>
          <a:prstGeom prst="rect">
            <a:avLst/>
          </a:prstGeom>
        </p:spPr>
      </p:pic>
      <p:pic>
        <p:nvPicPr>
          <p:cNvPr id="33" name="Gráfico 14" descr="Inventário correto com preenchimento sólido">
            <a:extLst>
              <a:ext uri="{FF2B5EF4-FFF2-40B4-BE49-F238E27FC236}">
                <a16:creationId xmlns:a16="http://schemas.microsoft.com/office/drawing/2014/main" id="{3492688F-295B-D018-9DEB-B2121E5EA53D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4"/>
              </a:ext>
            </a:extLst>
          </a:blip>
          <a:stretch>
            <a:fillRect/>
          </a:stretch>
        </p:blipFill>
        <p:spPr>
          <a:xfrm>
            <a:off x="8544000" y="4400000"/>
            <a:ext cx="1200000" cy="1200000"/>
          </a:xfrm>
          <a:prstGeom prst="rect">
            <a:avLst/>
          </a:prstGeom>
        </p:spPr>
      </p:pic>
      <p:pic>
        <p:nvPicPr>
          <p:cNvPr id="34" name="Gráfico 6" descr="Documento com preenchimento sólido">
            <a:extLst>
              <a:ext uri="{FF2B5EF4-FFF2-40B4-BE49-F238E27FC236}">
                <a16:creationId xmlns:a16="http://schemas.microsoft.com/office/drawing/2014/main" id="{029EA384-F8FE-B1D8-4E58-3AAC698BF9F7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5"/>
              </a:ext>
            </a:extLst>
          </a:blip>
          <a:stretch>
            <a:fillRect/>
          </a:stretch>
        </p:blipFill>
        <p:spPr>
          <a:xfrm>
            <a:off x="6994000" y="4400000"/>
            <a:ext cx="1200000" cy="1200000"/>
          </a:xfrm>
          <a:prstGeom prst="rect">
            <a:avLst/>
          </a:prstGeom>
        </p:spPr>
      </p:pic>
      <p:pic>
        <p:nvPicPr>
          <p:cNvPr id="35" name="Gráfico 5" descr="Ciclo com pessoas com preenchimento sólido">
            <a:extLst>
              <a:ext uri="{FF2B5EF4-FFF2-40B4-BE49-F238E27FC236}">
                <a16:creationId xmlns:a16="http://schemas.microsoft.com/office/drawing/2014/main" id="{3A397F85-B091-E5EA-80AA-0CD096CE518E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6"/>
              </a:ext>
            </a:extLst>
          </a:blip>
          <a:stretch>
            <a:fillRect/>
          </a:stretch>
        </p:blipFill>
        <p:spPr>
          <a:xfrm>
            <a:off x="6219000" y="1000000"/>
            <a:ext cx="1200000" cy="1200000"/>
          </a:xfrm>
          <a:prstGeom prst="rect">
            <a:avLst/>
          </a:prstGeom>
        </p:spPr>
      </p:pic>
      <p:pic>
        <p:nvPicPr>
          <p:cNvPr id="36" name="Gráfico 4" descr="Rede de usuários com preenchimento sólido">
            <a:extLst>
              <a:ext uri="{FF2B5EF4-FFF2-40B4-BE49-F238E27FC236}">
                <a16:creationId xmlns:a16="http://schemas.microsoft.com/office/drawing/2014/main" id="{B2CC2C31-8891-2BDC-97CD-5FD843C92CA2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7"/>
              </a:ext>
            </a:extLst>
          </a:blip>
          <a:stretch>
            <a:fillRect/>
          </a:stretch>
        </p:blipFill>
        <p:spPr>
          <a:xfrm>
            <a:off x="10869000" y="1000000"/>
            <a:ext cx="1200000" cy="1200000"/>
          </a:xfrm>
          <a:prstGeom prst="rect">
            <a:avLst/>
          </a:prstGeom>
        </p:spPr>
      </p:pic>
      <p:pic>
        <p:nvPicPr>
          <p:cNvPr id="37" name="Gráfico 6" descr="DVD player com preenchimento sólido">
            <a:extLst>
              <a:ext uri="{FF2B5EF4-FFF2-40B4-BE49-F238E27FC236}">
                <a16:creationId xmlns:a16="http://schemas.microsoft.com/office/drawing/2014/main" id="{21F0D5B7-F8D8-29BC-6F6E-DAFEE09B7660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8"/>
              </a:ext>
            </a:extLst>
          </a:blip>
          <a:stretch>
            <a:fillRect/>
          </a:stretch>
        </p:blipFill>
        <p:spPr>
          <a:xfrm>
            <a:off x="4669000" y="6100000"/>
            <a:ext cx="1200000" cy="1200000"/>
          </a:xfrm>
          <a:prstGeom prst="rect">
            <a:avLst/>
          </a:prstGeom>
        </p:spPr>
      </p:pic>
      <p:pic>
        <p:nvPicPr>
          <p:cNvPr id="38" name="Gráfico 7" descr="USB com preenchimento sólido">
            <a:extLst>
              <a:ext uri="{FF2B5EF4-FFF2-40B4-BE49-F238E27FC236}">
                <a16:creationId xmlns:a16="http://schemas.microsoft.com/office/drawing/2014/main" id="{0ED0D4C0-7E8B-289F-C58F-0CC73FF5A573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9"/>
              </a:ext>
            </a:extLst>
          </a:blip>
          <a:stretch>
            <a:fillRect/>
          </a:stretch>
        </p:blipFill>
        <p:spPr>
          <a:xfrm>
            <a:off x="12419000" y="6100000"/>
            <a:ext cx="1200000" cy="1200000"/>
          </a:xfrm>
          <a:prstGeom prst="rect">
            <a:avLst/>
          </a:prstGeom>
        </p:spPr>
      </p:pic>
      <p:pic>
        <p:nvPicPr>
          <p:cNvPr id="39" name="Gráfico 13" descr="Usuários com preenchimento sólido">
            <a:extLst>
              <a:ext uri="{FF2B5EF4-FFF2-40B4-BE49-F238E27FC236}">
                <a16:creationId xmlns:a16="http://schemas.microsoft.com/office/drawing/2014/main" id="{E166F397-45F1-ABBE-C50F-44F368767820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0"/>
              </a:ext>
            </a:extLst>
          </a:blip>
          <a:stretch>
            <a:fillRect/>
          </a:stretch>
        </p:blipFill>
        <p:spPr>
          <a:xfrm>
            <a:off x="13969000" y="1000000"/>
            <a:ext cx="1200000" cy="1200000"/>
          </a:xfrm>
          <a:prstGeom prst="rect">
            <a:avLst/>
          </a:prstGeom>
        </p:spPr>
      </p:pic>
      <p:pic>
        <p:nvPicPr>
          <p:cNvPr id="40" name="Gráfico 5" descr="Gestão estrutura de tópicos">
            <a:extLst>
              <a:ext uri="{FF2B5EF4-FFF2-40B4-BE49-F238E27FC236}">
                <a16:creationId xmlns:a16="http://schemas.microsoft.com/office/drawing/2014/main" id="{B6A7C8C8-125C-B19E-9E02-C3077C901F98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1"/>
              </a:ext>
            </a:extLst>
          </a:blip>
          <a:stretch>
            <a:fillRect/>
          </a:stretch>
        </p:blipFill>
        <p:spPr>
          <a:xfrm>
            <a:off x="10094000" y="7800000"/>
            <a:ext cx="1200000" cy="1200000"/>
          </a:xfrm>
          <a:prstGeom prst="rect">
            <a:avLst/>
          </a:prstGeom>
        </p:spPr>
      </p:pic>
      <p:pic>
        <p:nvPicPr>
          <p:cNvPr id="41" name="Gráfico 35" descr="fluxo de trabalho com preenchimento sólido">
            <a:extLst>
              <a:ext uri="{FF2B5EF4-FFF2-40B4-BE49-F238E27FC236}">
                <a16:creationId xmlns:a16="http://schemas.microsoft.com/office/drawing/2014/main" id="{1CA14331-A871-DDE0-025E-55409FBA950E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2"/>
              </a:ext>
            </a:extLst>
          </a:blip>
          <a:stretch>
            <a:fillRect/>
          </a:stretch>
        </p:blipFill>
        <p:spPr>
          <a:xfrm>
            <a:off x="13194000" y="7800000"/>
            <a:ext cx="1200000" cy="1200000"/>
          </a:xfrm>
          <a:prstGeom prst="rect">
            <a:avLst/>
          </a:prstGeom>
        </p:spPr>
      </p:pic>
      <p:pic>
        <p:nvPicPr>
          <p:cNvPr id="42" name="Gráfico 37" descr="Aperto de mão com preenchimento sólido">
            <a:extLst>
              <a:ext uri="{FF2B5EF4-FFF2-40B4-BE49-F238E27FC236}">
                <a16:creationId xmlns:a16="http://schemas.microsoft.com/office/drawing/2014/main" id="{317DA23F-E4C3-366B-EE2A-A7FCC2F6228A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3"/>
              </a:ext>
            </a:extLst>
          </a:blip>
          <a:stretch>
            <a:fillRect/>
          </a:stretch>
        </p:blipFill>
        <p:spPr>
          <a:xfrm>
            <a:off x="4669000" y="1000000"/>
            <a:ext cx="1200000" cy="1200000"/>
          </a:xfrm>
          <a:prstGeom prst="rect">
            <a:avLst/>
          </a:prstGeom>
        </p:spPr>
      </p:pic>
      <p:pic>
        <p:nvPicPr>
          <p:cNvPr id="43" name="Gráfico 43" descr="Tendência ascendente com preenchimento sólido">
            <a:extLst>
              <a:ext uri="{FF2B5EF4-FFF2-40B4-BE49-F238E27FC236}">
                <a16:creationId xmlns:a16="http://schemas.microsoft.com/office/drawing/2014/main" id="{BB186FD5-9F32-BA13-3D68-10DFCADFE89E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4"/>
              </a:ext>
            </a:extLst>
          </a:blip>
          <a:stretch>
            <a:fillRect/>
          </a:stretch>
        </p:blipFill>
        <p:spPr>
          <a:xfrm>
            <a:off x="12419000" y="2700000"/>
            <a:ext cx="1200000" cy="1200000"/>
          </a:xfrm>
          <a:prstGeom prst="rect">
            <a:avLst/>
          </a:prstGeom>
        </p:spPr>
      </p:pic>
      <p:pic>
        <p:nvPicPr>
          <p:cNvPr id="44" name="Gráfico 45" descr="Selo de Área de Transferência com preenchimento sólido">
            <a:extLst>
              <a:ext uri="{FF2B5EF4-FFF2-40B4-BE49-F238E27FC236}">
                <a16:creationId xmlns:a16="http://schemas.microsoft.com/office/drawing/2014/main" id="{1E932DF4-7EFE-F4A4-FC43-358364F854C0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5"/>
              </a:ext>
            </a:extLst>
          </a:blip>
          <a:stretch>
            <a:fillRect/>
          </a:stretch>
        </p:blipFill>
        <p:spPr>
          <a:xfrm>
            <a:off x="14744000" y="4400000"/>
            <a:ext cx="1200000" cy="1200000"/>
          </a:xfrm>
          <a:prstGeom prst="rect">
            <a:avLst/>
          </a:prstGeom>
        </p:spPr>
      </p:pic>
      <p:pic>
        <p:nvPicPr>
          <p:cNvPr id="45" name="Gráfico 29" descr="Análise do cliente com preenchimento sólido">
            <a:extLst>
              <a:ext uri="{FF2B5EF4-FFF2-40B4-BE49-F238E27FC236}">
                <a16:creationId xmlns:a16="http://schemas.microsoft.com/office/drawing/2014/main" id="{FE4CAA0F-52BB-D27A-7B1C-179C07BE89A4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6"/>
              </a:ext>
            </a:extLst>
          </a:blip>
          <a:stretch>
            <a:fillRect/>
          </a:stretch>
        </p:blipFill>
        <p:spPr>
          <a:xfrm>
            <a:off x="3119000" y="1000000"/>
            <a:ext cx="1200000" cy="1200000"/>
          </a:xfrm>
          <a:prstGeom prst="rect">
            <a:avLst/>
          </a:prstGeom>
        </p:spPr>
      </p:pic>
      <p:pic>
        <p:nvPicPr>
          <p:cNvPr id="46" name="Gráfico 31" descr="Círculos com setas com preenchimento sólido">
            <a:extLst>
              <a:ext uri="{FF2B5EF4-FFF2-40B4-BE49-F238E27FC236}">
                <a16:creationId xmlns:a16="http://schemas.microsoft.com/office/drawing/2014/main" id="{1AB80859-B984-9370-EB39-D9F8744931EF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7"/>
              </a:ext>
            </a:extLst>
          </a:blip>
          <a:stretch>
            <a:fillRect/>
          </a:stretch>
        </p:blipFill>
        <p:spPr>
          <a:xfrm>
            <a:off x="6994000" y="7800000"/>
            <a:ext cx="1200000" cy="1200000"/>
          </a:xfrm>
          <a:prstGeom prst="rect">
            <a:avLst/>
          </a:prstGeom>
        </p:spPr>
      </p:pic>
      <p:pic>
        <p:nvPicPr>
          <p:cNvPr id="47" name="Gráfico 13" descr="Contrato estrutura de tópicos">
            <a:extLst>
              <a:ext uri="{FF2B5EF4-FFF2-40B4-BE49-F238E27FC236}">
                <a16:creationId xmlns:a16="http://schemas.microsoft.com/office/drawing/2014/main" id="{856924CE-D5B0-CCD5-28CC-063F2DAB93AB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8"/>
              </a:ext>
            </a:extLst>
          </a:blip>
          <a:stretch>
            <a:fillRect/>
          </a:stretch>
        </p:blipFill>
        <p:spPr>
          <a:xfrm>
            <a:off x="5444000" y="4400000"/>
            <a:ext cx="1200000" cy="1200000"/>
          </a:xfrm>
          <a:prstGeom prst="rect">
            <a:avLst/>
          </a:prstGeom>
        </p:spPr>
      </p:pic>
      <p:pic>
        <p:nvPicPr>
          <p:cNvPr id="48" name="Gráfico 2" descr="Grupo de pessoas com preenchimento sólido">
            <a:extLst>
              <a:ext uri="{FF2B5EF4-FFF2-40B4-BE49-F238E27FC236}">
                <a16:creationId xmlns:a16="http://schemas.microsoft.com/office/drawing/2014/main" id="{BEE29E57-2EA4-E64D-3964-CDCF06F4819C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9"/>
              </a:ext>
            </a:extLst>
          </a:blip>
          <a:stretch>
            <a:fillRect/>
          </a:stretch>
        </p:blipFill>
        <p:spPr>
          <a:xfrm>
            <a:off x="9319000" y="1000000"/>
            <a:ext cx="1200000" cy="1200000"/>
          </a:xfrm>
          <a:prstGeom prst="rect">
            <a:avLst/>
          </a:prstGeom>
        </p:spPr>
      </p:pic>
      <p:pic>
        <p:nvPicPr>
          <p:cNvPr id="49" name="Gráfico 23" descr="Manual com preenchimento sólido">
            <a:extLst>
              <a:ext uri="{FF2B5EF4-FFF2-40B4-BE49-F238E27FC236}">
                <a16:creationId xmlns:a16="http://schemas.microsoft.com/office/drawing/2014/main" id="{AE42D057-1D03-635C-7866-304640697474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0"/>
              </a:ext>
            </a:extLst>
          </a:blip>
          <a:stretch>
            <a:fillRect/>
          </a:stretch>
        </p:blipFill>
        <p:spPr>
          <a:xfrm>
            <a:off x="13194000" y="4400000"/>
            <a:ext cx="1200000" cy="1200000"/>
          </a:xfrm>
          <a:prstGeom prst="rect">
            <a:avLst/>
          </a:prstGeom>
        </p:spPr>
      </p:pic>
      <p:pic>
        <p:nvPicPr>
          <p:cNvPr id="50" name="Gráfico 19" descr="Sinal de polegar para cima com preenchimento sólido">
            <a:extLst>
              <a:ext uri="{FF2B5EF4-FFF2-40B4-BE49-F238E27FC236}">
                <a16:creationId xmlns:a16="http://schemas.microsoft.com/office/drawing/2014/main" id="{8EF5A50D-0F1B-7BCE-A3BD-5575B7279590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1"/>
              </a:ext>
            </a:extLst>
          </a:blip>
          <a:stretch>
            <a:fillRect/>
          </a:stretch>
        </p:blipFill>
        <p:spPr>
          <a:xfrm>
            <a:off x="10869000" y="2700000"/>
            <a:ext cx="1200000" cy="1200000"/>
          </a:xfrm>
          <a:prstGeom prst="rect">
            <a:avLst/>
          </a:prstGeom>
        </p:spPr>
      </p:pic>
      <p:pic>
        <p:nvPicPr>
          <p:cNvPr id="52" name="Gráfico 19" descr="Lista estrutura de tópicos">
            <a:extLst>
              <a:ext uri="{FF2B5EF4-FFF2-40B4-BE49-F238E27FC236}">
                <a16:creationId xmlns:a16="http://schemas.microsoft.com/office/drawing/2014/main" id="{24748E83-9C68-DC08-E8BE-93AD4C6C6D34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2"/>
              </a:ext>
            </a:extLst>
          </a:blip>
          <a:stretch>
            <a:fillRect/>
          </a:stretch>
        </p:blipFill>
        <p:spPr>
          <a:xfrm>
            <a:off x="11644000" y="4400000"/>
            <a:ext cx="1200000" cy="1200000"/>
          </a:xfrm>
          <a:prstGeom prst="rect">
            <a:avLst/>
          </a:prstGeom>
        </p:spPr>
      </p:pic>
      <p:pic>
        <p:nvPicPr>
          <p:cNvPr id="54" name="Gráfico 39" descr="Lista de Verificação com preenchimento sólido">
            <a:extLst>
              <a:ext uri="{FF2B5EF4-FFF2-40B4-BE49-F238E27FC236}">
                <a16:creationId xmlns:a16="http://schemas.microsoft.com/office/drawing/2014/main" id="{F379E7F6-829E-2362-24D0-7AE3BF572AC0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3"/>
              </a:ext>
            </a:extLst>
          </a:blip>
          <a:stretch>
            <a:fillRect/>
          </a:stretch>
        </p:blipFill>
        <p:spPr>
          <a:xfrm>
            <a:off x="10094000" y="4400000"/>
            <a:ext cx="1200000" cy="1200000"/>
          </a:xfrm>
          <a:prstGeom prst="rect">
            <a:avLst/>
          </a:prstGeom>
        </p:spPr>
      </p:pic>
      <p:pic>
        <p:nvPicPr>
          <p:cNvPr id="55" name="Gráfico 21" descr="Projeto com preenchimento sólido">
            <a:extLst>
              <a:ext uri="{FF2B5EF4-FFF2-40B4-BE49-F238E27FC236}">
                <a16:creationId xmlns:a16="http://schemas.microsoft.com/office/drawing/2014/main" id="{36B8B621-C9D4-2426-635E-D2FFEF91DC4C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4"/>
              </a:ext>
            </a:extLst>
          </a:blip>
          <a:stretch>
            <a:fillRect/>
          </a:stretch>
        </p:blipFill>
        <p:spPr>
          <a:xfrm>
            <a:off x="11644000" y="7800000"/>
            <a:ext cx="1200000" cy="1200000"/>
          </a:xfrm>
          <a:prstGeom prst="rect">
            <a:avLst/>
          </a:prstGeom>
        </p:spPr>
      </p:pic>
      <p:pic>
        <p:nvPicPr>
          <p:cNvPr id="57" name="Gráfico 17" descr="Catálogo de endereços com preenchimento sólido">
            <a:extLst>
              <a:ext uri="{FF2B5EF4-FFF2-40B4-BE49-F238E27FC236}">
                <a16:creationId xmlns:a16="http://schemas.microsoft.com/office/drawing/2014/main" id="{5EF8FE0B-BEDF-897D-E990-3BC1E48A454C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5"/>
              </a:ext>
            </a:extLst>
          </a:blip>
          <a:stretch>
            <a:fillRect/>
          </a:stretch>
        </p:blipFill>
        <p:spPr>
          <a:xfrm>
            <a:off x="3894000" y="4400000"/>
            <a:ext cx="1200000" cy="1200000"/>
          </a:xfrm>
          <a:prstGeom prst="rect">
            <a:avLst/>
          </a:prstGeom>
        </p:spPr>
      </p:pic>
      <p:pic>
        <p:nvPicPr>
          <p:cNvPr id="58" name="Gráfico 33" descr="Futuro com preenchimento sólido">
            <a:extLst>
              <a:ext uri="{FF2B5EF4-FFF2-40B4-BE49-F238E27FC236}">
                <a16:creationId xmlns:a16="http://schemas.microsoft.com/office/drawing/2014/main" id="{C60536C8-D8D1-1121-A67F-86ABB1A5EE88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6"/>
              </a:ext>
            </a:extLst>
          </a:blip>
          <a:stretch>
            <a:fillRect/>
          </a:stretch>
        </p:blipFill>
        <p:spPr>
          <a:xfrm>
            <a:off x="8544000" y="7800000"/>
            <a:ext cx="1200000" cy="1200000"/>
          </a:xfrm>
          <a:prstGeom prst="rect">
            <a:avLst/>
          </a:prstGeom>
        </p:spPr>
      </p:pic>
      <p:pic>
        <p:nvPicPr>
          <p:cNvPr id="59" name="Gráfico 39" descr="Dinheiro com preenchimento sólido">
            <a:extLst>
              <a:ext uri="{FF2B5EF4-FFF2-40B4-BE49-F238E27FC236}">
                <a16:creationId xmlns:a16="http://schemas.microsoft.com/office/drawing/2014/main" id="{D98A4098-9FDE-751D-2D2B-B6BF3758A497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7"/>
              </a:ext>
            </a:extLst>
          </a:blip>
          <a:stretch>
            <a:fillRect/>
          </a:stretch>
        </p:blipFill>
        <p:spPr>
          <a:xfrm>
            <a:off x="6219000" y="2700000"/>
            <a:ext cx="1200000" cy="1200000"/>
          </a:xfrm>
          <a:prstGeom prst="rect">
            <a:avLst/>
          </a:prstGeom>
        </p:spPr>
      </p:pic>
      <p:pic>
        <p:nvPicPr>
          <p:cNvPr id="61" name="Gráfico 39" descr="Wi-Fi de Home Office estrutura de tópicos">
            <a:extLst>
              <a:ext uri="{FF2B5EF4-FFF2-40B4-BE49-F238E27FC236}">
                <a16:creationId xmlns:a16="http://schemas.microsoft.com/office/drawing/2014/main" id="{F379E7F6-829E-2362-24D0-7AE3BF572AC0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8"/>
              </a:ext>
            </a:extLst>
          </a:blip>
          <a:srcRect/>
          <a:stretch/>
        </p:blipFill>
        <p:spPr>
          <a:xfrm>
            <a:off x="13969000" y="6100000"/>
            <a:ext cx="1200000" cy="1200000"/>
          </a:xfrm>
          <a:prstGeom prst="rect">
            <a:avLst/>
          </a:prstGeom>
        </p:spPr>
      </p:pic>
      <p:pic>
        <p:nvPicPr>
          <p:cNvPr id="62" name="Gráfico 47" descr="Cabeça com engrenagens">
            <a:extLst>
              <a:ext uri="{FF2B5EF4-FFF2-40B4-BE49-F238E27FC236}">
                <a16:creationId xmlns:a16="http://schemas.microsoft.com/office/drawing/2014/main" id="{2B4F308E-B67B-D20E-922C-4A86EFBA0BBC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9"/>
              </a:ext>
            </a:extLst>
          </a:blip>
          <a:stretch>
            <a:fillRect/>
          </a:stretch>
        </p:blipFill>
        <p:spPr>
          <a:xfrm>
            <a:off x="5444000" y="7800000"/>
            <a:ext cx="1200000" cy="1200000"/>
          </a:xfrm>
          <a:prstGeom prst="rect">
            <a:avLst/>
          </a:prstGeom>
        </p:spPr>
      </p:pic>
      <p:pic>
        <p:nvPicPr>
          <p:cNvPr id="2049" name="Gráfico 7" descr="Lupa com preenchimento sólido">
            <a:extLst>
              <a:ext uri="{FF2B5EF4-FFF2-40B4-BE49-F238E27FC236}">
                <a16:creationId xmlns:a16="http://schemas.microsoft.com/office/drawing/2014/main" id="{720FAFC9-875A-6C8E-411D-A6BFEE6B82C0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0"/>
              </a:ext>
            </a:extLst>
          </a:blip>
          <a:stretch>
            <a:fillRect/>
          </a:stretch>
        </p:blipFill>
        <p:spPr>
          <a:xfrm>
            <a:off x="10869000" y="6100000"/>
            <a:ext cx="1200000" cy="120000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1079983" y="8977798"/>
            <a:ext cx="1125112" cy="338404"/>
            <a:chOff x="0" y="0"/>
            <a:chExt cx="1500149" cy="451206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1500124" cy="451231"/>
            </a:xfrm>
            <a:custGeom>
              <a:avLst/>
              <a:gdLst/>
              <a:ahLst/>
              <a:cxnLst/>
              <a:rect l="l" t="t" r="r" b="b"/>
              <a:pathLst>
                <a:path w="1500124" h="451231">
                  <a:moveTo>
                    <a:pt x="0" y="0"/>
                  </a:moveTo>
                  <a:lnTo>
                    <a:pt x="1500124" y="0"/>
                  </a:lnTo>
                  <a:lnTo>
                    <a:pt x="1500124" y="451231"/>
                  </a:lnTo>
                  <a:lnTo>
                    <a:pt x="0" y="45123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r="-1" b="2"/>
              </a:stretch>
            </a:blipFill>
          </p:spPr>
          <p:txBody>
            <a:bodyPr/>
            <a:lstStyle/>
            <a:p>
              <a:endParaRPr lang="pt-BR"/>
            </a:p>
          </p:txBody>
        </p:sp>
      </p:grpSp>
      <p:pic>
        <p:nvPicPr>
          <p:cNvPr id="4" name="Picture 4"/>
          <p:cNvPicPr>
            <a:picLocks noChangeAspect="1"/>
          </p:cNvPicPr>
          <p:nvPr/>
        </p:nvPicPr>
        <p:blipFill>
          <a:blip r:embed="rId5"/>
          <a:srcRect/>
          <a:stretch>
            <a:fillRect/>
          </a:stretch>
        </p:blipFill>
        <p:spPr>
          <a:xfrm>
            <a:off x="6773400" y="7193500"/>
            <a:ext cx="1350000" cy="1350000"/>
          </a:xfrm>
          <a:prstGeom prst="rect">
            <a:avLst/>
          </a:prstGeom>
        </p:spPr>
      </p:pic>
      <p:pic>
        <p:nvPicPr>
          <p:cNvPr id="5" name="Picture 5"/>
          <p:cNvPicPr>
            <a:picLocks noChangeAspect="1"/>
          </p:cNvPicPr>
          <p:nvPr/>
        </p:nvPicPr>
        <p:blipFill>
          <a:blip r:embed="rId6"/>
          <a:srcRect/>
          <a:stretch>
            <a:fillRect/>
          </a:stretch>
        </p:blipFill>
        <p:spPr>
          <a:xfrm>
            <a:off x="8503400" y="7193500"/>
            <a:ext cx="1350000" cy="1350000"/>
          </a:xfrm>
          <a:prstGeom prst="rect">
            <a:avLst/>
          </a:prstGeom>
        </p:spPr>
      </p:pic>
      <p:sp>
        <p:nvSpPr>
          <p:cNvPr id="6" name="Freeform 6"/>
          <p:cNvSpPr/>
          <p:nvPr/>
        </p:nvSpPr>
        <p:spPr>
          <a:xfrm>
            <a:off x="1583400" y="5493500"/>
            <a:ext cx="1350000" cy="1350000"/>
          </a:xfrm>
          <a:custGeom>
            <a:avLst/>
            <a:gdLst/>
            <a:ahLst/>
            <a:cxnLst/>
            <a:rect l="l" t="t" r="r" b="b"/>
            <a:pathLst>
              <a:path w="1427953" h="1106342">
                <a:moveTo>
                  <a:pt x="0" y="0"/>
                </a:moveTo>
                <a:lnTo>
                  <a:pt x="1427954" y="0"/>
                </a:lnTo>
                <a:lnTo>
                  <a:pt x="1427954" y="1106343"/>
                </a:lnTo>
                <a:lnTo>
                  <a:pt x="0" y="1106343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/>
            </a:stretch>
          </a:blipFill>
        </p:spPr>
        <p:txBody>
          <a:bodyPr/>
          <a:lstStyle/>
          <a:p>
            <a:endParaRPr lang="pt-BR" dirty="0"/>
          </a:p>
        </p:txBody>
      </p:sp>
      <p:sp>
        <p:nvSpPr>
          <p:cNvPr id="7" name="Freeform 7"/>
          <p:cNvSpPr/>
          <p:nvPr/>
        </p:nvSpPr>
        <p:spPr>
          <a:xfrm>
            <a:off x="3313400" y="5493500"/>
            <a:ext cx="1350000" cy="1350000"/>
          </a:xfrm>
          <a:custGeom>
            <a:avLst/>
            <a:gdLst/>
            <a:ahLst/>
            <a:cxnLst/>
            <a:rect l="l" t="t" r="r" b="b"/>
            <a:pathLst>
              <a:path w="1001449" h="1001449">
                <a:moveTo>
                  <a:pt x="0" y="0"/>
                </a:moveTo>
                <a:lnTo>
                  <a:pt x="1001449" y="0"/>
                </a:lnTo>
                <a:lnTo>
                  <a:pt x="1001449" y="1001449"/>
                </a:lnTo>
                <a:lnTo>
                  <a:pt x="0" y="1001449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>
              <a:fillRect/>
            </a:stretch>
          </a:blipFill>
        </p:spPr>
        <p:txBody>
          <a:bodyPr/>
          <a:lstStyle/>
          <a:p>
            <a:endParaRPr lang="pt-BR"/>
          </a:p>
        </p:txBody>
      </p:sp>
      <p:pic>
        <p:nvPicPr>
          <p:cNvPr id="8" name="Picture 8"/>
          <p:cNvPicPr>
            <a:picLocks noChangeAspect="1"/>
          </p:cNvPicPr>
          <p:nvPr/>
        </p:nvPicPr>
        <p:blipFill>
          <a:blip r:embed="rId9"/>
          <a:srcRect/>
          <a:stretch>
            <a:fillRect/>
          </a:stretch>
        </p:blipFill>
        <p:spPr>
          <a:xfrm>
            <a:off x="10233400" y="7193500"/>
            <a:ext cx="1350000" cy="1350000"/>
          </a:xfrm>
          <a:prstGeom prst="rect">
            <a:avLst/>
          </a:prstGeom>
        </p:spPr>
      </p:pic>
      <p:pic>
        <p:nvPicPr>
          <p:cNvPr id="9" name="Picture 9"/>
          <p:cNvPicPr>
            <a:picLocks noChangeAspect="1"/>
          </p:cNvPicPr>
          <p:nvPr/>
        </p:nvPicPr>
        <p:blipFill>
          <a:blip r:embed="rId10"/>
          <a:srcRect/>
          <a:stretch>
            <a:fillRect/>
          </a:stretch>
        </p:blipFill>
        <p:spPr>
          <a:xfrm>
            <a:off x="11963400" y="7193500"/>
            <a:ext cx="1350000" cy="1350000"/>
          </a:xfrm>
          <a:prstGeom prst="rect">
            <a:avLst/>
          </a:prstGeom>
        </p:spPr>
      </p:pic>
      <p:pic>
        <p:nvPicPr>
          <p:cNvPr id="10" name="Picture 10">
            <a:hlinkClick r:id="" action="ppaction://media"/>
          </p:cNvPr>
          <p:cNvPicPr>
            <a:picLocks noChangeAspect="1"/>
          </p:cNvPicPr>
          <p:nvPr>
            <a:vide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11"/>
          <a:srcRect/>
          <a:stretch>
            <a:fillRect/>
          </a:stretch>
        </p:blipFill>
        <p:spPr>
          <a:xfrm>
            <a:off x="5043400" y="7193500"/>
            <a:ext cx="1350000" cy="1350000"/>
          </a:xfrm>
          <a:prstGeom prst="rect">
            <a:avLst/>
          </a:prstGeom>
        </p:spPr>
      </p:pic>
      <p:sp>
        <p:nvSpPr>
          <p:cNvPr id="11" name="Freeform 11"/>
          <p:cNvSpPr/>
          <p:nvPr/>
        </p:nvSpPr>
        <p:spPr>
          <a:xfrm>
            <a:off x="1583400" y="3793500"/>
            <a:ext cx="1350000" cy="1350000"/>
          </a:xfrm>
          <a:custGeom>
            <a:avLst/>
            <a:gdLst/>
            <a:ahLst/>
            <a:cxnLst/>
            <a:rect l="l" t="t" r="r" b="b"/>
            <a:pathLst>
              <a:path w="1521269" h="1142223">
                <a:moveTo>
                  <a:pt x="0" y="0"/>
                </a:moveTo>
                <a:lnTo>
                  <a:pt x="1521269" y="0"/>
                </a:lnTo>
                <a:lnTo>
                  <a:pt x="1521269" y="1142223"/>
                </a:lnTo>
                <a:lnTo>
                  <a:pt x="0" y="1142223"/>
                </a:lnTo>
                <a:lnTo>
                  <a:pt x="0" y="0"/>
                </a:lnTo>
                <a:close/>
              </a:path>
            </a:pathLst>
          </a:custGeom>
          <a:blipFill>
            <a:blip r:embed="rId12"/>
            <a:stretch>
              <a:fillRect/>
            </a:stretch>
          </a:blipFill>
        </p:spPr>
        <p:txBody>
          <a:bodyPr/>
          <a:lstStyle/>
          <a:p>
            <a:endParaRPr lang="pt-BR"/>
          </a:p>
        </p:txBody>
      </p:sp>
      <p:sp>
        <p:nvSpPr>
          <p:cNvPr id="12" name="Freeform 12"/>
          <p:cNvSpPr/>
          <p:nvPr/>
        </p:nvSpPr>
        <p:spPr>
          <a:xfrm>
            <a:off x="3313400" y="3793500"/>
            <a:ext cx="1350000" cy="1350000"/>
          </a:xfrm>
          <a:custGeom>
            <a:avLst/>
            <a:gdLst/>
            <a:ahLst/>
            <a:cxnLst/>
            <a:rect l="l" t="t" r="r" b="b"/>
            <a:pathLst>
              <a:path w="1102610" h="1505611">
                <a:moveTo>
                  <a:pt x="0" y="0"/>
                </a:moveTo>
                <a:lnTo>
                  <a:pt x="1102610" y="0"/>
                </a:lnTo>
                <a:lnTo>
                  <a:pt x="1102610" y="1505611"/>
                </a:lnTo>
                <a:lnTo>
                  <a:pt x="0" y="1505611"/>
                </a:lnTo>
                <a:lnTo>
                  <a:pt x="0" y="0"/>
                </a:lnTo>
                <a:close/>
              </a:path>
            </a:pathLst>
          </a:custGeom>
          <a:blipFill>
            <a:blip r:embed="rId13"/>
            <a:stretch>
              <a:fillRect/>
            </a:stretch>
          </a:blipFill>
        </p:spPr>
        <p:txBody>
          <a:bodyPr/>
          <a:lstStyle/>
          <a:p>
            <a:endParaRPr lang="pt-BR"/>
          </a:p>
        </p:txBody>
      </p:sp>
      <p:sp>
        <p:nvSpPr>
          <p:cNvPr id="13" name="Freeform 13"/>
          <p:cNvSpPr/>
          <p:nvPr/>
        </p:nvSpPr>
        <p:spPr>
          <a:xfrm>
            <a:off x="5043400" y="3793500"/>
            <a:ext cx="1350000" cy="1350000"/>
          </a:xfrm>
          <a:custGeom>
            <a:avLst/>
            <a:gdLst/>
            <a:ahLst/>
            <a:cxnLst/>
            <a:rect l="l" t="t" r="r" b="b"/>
            <a:pathLst>
              <a:path w="1194878" h="1214285">
                <a:moveTo>
                  <a:pt x="0" y="0"/>
                </a:moveTo>
                <a:lnTo>
                  <a:pt x="1194878" y="0"/>
                </a:lnTo>
                <a:lnTo>
                  <a:pt x="1194878" y="1214285"/>
                </a:lnTo>
                <a:lnTo>
                  <a:pt x="0" y="1214285"/>
                </a:lnTo>
                <a:lnTo>
                  <a:pt x="0" y="0"/>
                </a:lnTo>
                <a:close/>
              </a:path>
            </a:pathLst>
          </a:custGeom>
          <a:blipFill>
            <a:blip r:embed="rId14"/>
            <a:stretch>
              <a:fillRect/>
            </a:stretch>
          </a:blipFill>
        </p:spPr>
        <p:txBody>
          <a:bodyPr/>
          <a:lstStyle/>
          <a:p>
            <a:endParaRPr lang="pt-BR"/>
          </a:p>
        </p:txBody>
      </p:sp>
      <p:sp>
        <p:nvSpPr>
          <p:cNvPr id="14" name="Freeform 14"/>
          <p:cNvSpPr/>
          <p:nvPr/>
        </p:nvSpPr>
        <p:spPr>
          <a:xfrm>
            <a:off x="6773400" y="3793500"/>
            <a:ext cx="1350000" cy="1350000"/>
          </a:xfrm>
          <a:custGeom>
            <a:avLst/>
            <a:gdLst/>
            <a:ahLst/>
            <a:cxnLst/>
            <a:rect l="l" t="t" r="r" b="b"/>
            <a:pathLst>
              <a:path w="1551007" h="1556773">
                <a:moveTo>
                  <a:pt x="0" y="0"/>
                </a:moveTo>
                <a:lnTo>
                  <a:pt x="1551008" y="0"/>
                </a:lnTo>
                <a:lnTo>
                  <a:pt x="1551008" y="1556773"/>
                </a:lnTo>
                <a:lnTo>
                  <a:pt x="0" y="1556773"/>
                </a:lnTo>
                <a:lnTo>
                  <a:pt x="0" y="0"/>
                </a:lnTo>
                <a:close/>
              </a:path>
            </a:pathLst>
          </a:custGeom>
          <a:blipFill>
            <a:blip r:embed="rId15"/>
            <a:stretch>
              <a:fillRect/>
            </a:stretch>
          </a:blipFill>
        </p:spPr>
        <p:txBody>
          <a:bodyPr/>
          <a:lstStyle/>
          <a:p>
            <a:endParaRPr lang="pt-BR" dirty="0"/>
          </a:p>
        </p:txBody>
      </p:sp>
      <p:sp>
        <p:nvSpPr>
          <p:cNvPr id="15" name="Freeform 15"/>
          <p:cNvSpPr/>
          <p:nvPr/>
        </p:nvSpPr>
        <p:spPr>
          <a:xfrm>
            <a:off x="8503400" y="3793500"/>
            <a:ext cx="1350000" cy="1350000"/>
          </a:xfrm>
          <a:custGeom>
            <a:avLst/>
            <a:gdLst/>
            <a:ahLst/>
            <a:cxnLst/>
            <a:rect l="l" t="t" r="r" b="b"/>
            <a:pathLst>
              <a:path w="1020689" h="1022458">
                <a:moveTo>
                  <a:pt x="0" y="0"/>
                </a:moveTo>
                <a:lnTo>
                  <a:pt x="1020689" y="0"/>
                </a:lnTo>
                <a:lnTo>
                  <a:pt x="1020689" y="1022458"/>
                </a:lnTo>
                <a:lnTo>
                  <a:pt x="0" y="1022458"/>
                </a:lnTo>
                <a:lnTo>
                  <a:pt x="0" y="0"/>
                </a:lnTo>
                <a:close/>
              </a:path>
            </a:pathLst>
          </a:custGeom>
          <a:blipFill>
            <a:blip r:embed="rId16"/>
            <a:stretch>
              <a:fillRect/>
            </a:stretch>
          </a:blipFill>
        </p:spPr>
        <p:txBody>
          <a:bodyPr/>
          <a:lstStyle/>
          <a:p>
            <a:endParaRPr lang="pt-BR"/>
          </a:p>
        </p:txBody>
      </p:sp>
      <p:sp>
        <p:nvSpPr>
          <p:cNvPr id="16" name="Freeform 16"/>
          <p:cNvSpPr/>
          <p:nvPr/>
        </p:nvSpPr>
        <p:spPr>
          <a:xfrm>
            <a:off x="10233400" y="3793500"/>
            <a:ext cx="1350000" cy="1350000"/>
          </a:xfrm>
          <a:custGeom>
            <a:avLst/>
            <a:gdLst/>
            <a:ahLst/>
            <a:cxnLst/>
            <a:rect l="l" t="t" r="r" b="b"/>
            <a:pathLst>
              <a:path w="1187176" h="1345127">
                <a:moveTo>
                  <a:pt x="0" y="0"/>
                </a:moveTo>
                <a:lnTo>
                  <a:pt x="1187176" y="0"/>
                </a:lnTo>
                <a:lnTo>
                  <a:pt x="1187176" y="1345127"/>
                </a:lnTo>
                <a:lnTo>
                  <a:pt x="0" y="1345127"/>
                </a:lnTo>
                <a:lnTo>
                  <a:pt x="0" y="0"/>
                </a:lnTo>
                <a:close/>
              </a:path>
            </a:pathLst>
          </a:custGeom>
          <a:blipFill>
            <a:blip r:embed="rId17"/>
            <a:stretch>
              <a:fillRect/>
            </a:stretch>
          </a:blipFill>
        </p:spPr>
        <p:txBody>
          <a:bodyPr/>
          <a:lstStyle/>
          <a:p>
            <a:endParaRPr lang="pt-BR" dirty="0"/>
          </a:p>
        </p:txBody>
      </p:sp>
      <p:sp>
        <p:nvSpPr>
          <p:cNvPr id="17" name="Freeform 17"/>
          <p:cNvSpPr/>
          <p:nvPr/>
        </p:nvSpPr>
        <p:spPr>
          <a:xfrm>
            <a:off x="11963400" y="3793500"/>
            <a:ext cx="1350000" cy="1350000"/>
          </a:xfrm>
          <a:custGeom>
            <a:avLst/>
            <a:gdLst/>
            <a:ahLst/>
            <a:cxnLst/>
            <a:rect l="l" t="t" r="r" b="b"/>
            <a:pathLst>
              <a:path w="1753458" h="1687419">
                <a:moveTo>
                  <a:pt x="0" y="0"/>
                </a:moveTo>
                <a:lnTo>
                  <a:pt x="1753458" y="0"/>
                </a:lnTo>
                <a:lnTo>
                  <a:pt x="1753458" y="1687419"/>
                </a:lnTo>
                <a:lnTo>
                  <a:pt x="0" y="1687419"/>
                </a:lnTo>
                <a:lnTo>
                  <a:pt x="0" y="0"/>
                </a:lnTo>
                <a:close/>
              </a:path>
            </a:pathLst>
          </a:custGeom>
          <a:blipFill>
            <a:blip r:embed="rId18"/>
            <a:stretch>
              <a:fillRect/>
            </a:stretch>
          </a:blipFill>
        </p:spPr>
        <p:txBody>
          <a:bodyPr/>
          <a:lstStyle/>
          <a:p>
            <a:endParaRPr lang="pt-BR"/>
          </a:p>
        </p:txBody>
      </p:sp>
      <p:sp>
        <p:nvSpPr>
          <p:cNvPr id="18" name="Freeform 18"/>
          <p:cNvSpPr/>
          <p:nvPr/>
        </p:nvSpPr>
        <p:spPr>
          <a:xfrm>
            <a:off x="13693400" y="3793500"/>
            <a:ext cx="1350000" cy="1350000"/>
          </a:xfrm>
          <a:custGeom>
            <a:avLst/>
            <a:gdLst/>
            <a:ahLst/>
            <a:cxnLst/>
            <a:rect l="l" t="t" r="r" b="b"/>
            <a:pathLst>
              <a:path w="1166134" h="1190642">
                <a:moveTo>
                  <a:pt x="0" y="0"/>
                </a:moveTo>
                <a:lnTo>
                  <a:pt x="1166134" y="0"/>
                </a:lnTo>
                <a:lnTo>
                  <a:pt x="1166134" y="1190642"/>
                </a:lnTo>
                <a:lnTo>
                  <a:pt x="0" y="1190642"/>
                </a:lnTo>
                <a:lnTo>
                  <a:pt x="0" y="0"/>
                </a:lnTo>
                <a:close/>
              </a:path>
            </a:pathLst>
          </a:custGeom>
          <a:blipFill>
            <a:blip r:embed="rId19"/>
            <a:stretch>
              <a:fillRect/>
            </a:stretch>
          </a:blipFill>
        </p:spPr>
        <p:txBody>
          <a:bodyPr/>
          <a:lstStyle/>
          <a:p>
            <a:endParaRPr lang="pt-BR" dirty="0"/>
          </a:p>
        </p:txBody>
      </p:sp>
      <p:sp>
        <p:nvSpPr>
          <p:cNvPr id="19" name="Freeform 19"/>
          <p:cNvSpPr/>
          <p:nvPr/>
        </p:nvSpPr>
        <p:spPr>
          <a:xfrm>
            <a:off x="15423400" y="3793500"/>
            <a:ext cx="1350000" cy="1350000"/>
          </a:xfrm>
          <a:custGeom>
            <a:avLst/>
            <a:gdLst/>
            <a:ahLst/>
            <a:cxnLst/>
            <a:rect l="l" t="t" r="r" b="b"/>
            <a:pathLst>
              <a:path w="1720995" h="1548030">
                <a:moveTo>
                  <a:pt x="0" y="0"/>
                </a:moveTo>
                <a:lnTo>
                  <a:pt x="1720995" y="0"/>
                </a:lnTo>
                <a:lnTo>
                  <a:pt x="1720995" y="1548030"/>
                </a:lnTo>
                <a:lnTo>
                  <a:pt x="0" y="1548030"/>
                </a:lnTo>
                <a:lnTo>
                  <a:pt x="0" y="0"/>
                </a:lnTo>
                <a:close/>
              </a:path>
            </a:pathLst>
          </a:custGeom>
          <a:blipFill>
            <a:blip r:embed="rId20"/>
            <a:stretch>
              <a:fillRect/>
            </a:stretch>
          </a:blipFill>
        </p:spPr>
        <p:txBody>
          <a:bodyPr/>
          <a:lstStyle/>
          <a:p>
            <a:endParaRPr lang="pt-BR"/>
          </a:p>
        </p:txBody>
      </p:sp>
      <p:sp>
        <p:nvSpPr>
          <p:cNvPr id="20" name="TextBox 20"/>
          <p:cNvSpPr txBox="1"/>
          <p:nvPr/>
        </p:nvSpPr>
        <p:spPr>
          <a:xfrm>
            <a:off x="762000" y="704079"/>
            <a:ext cx="4738954" cy="28212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160"/>
              </a:lnSpc>
            </a:pPr>
            <a:r>
              <a:rPr lang="en-US" sz="1800" b="1" dirty="0">
                <a:solidFill>
                  <a:srgbClr val="FFFFFF"/>
                </a:solidFill>
                <a:latin typeface="Source Sans 3"/>
                <a:ea typeface="Source Sans 3"/>
                <a:cs typeface="Source Sans 3"/>
                <a:sym typeface="Source Sans 3"/>
              </a:rPr>
              <a:t>B</a:t>
            </a:r>
            <a:r>
              <a:rPr lang="en-US" sz="1800" b="1" dirty="0">
                <a:solidFill>
                  <a:srgbClr val="161634"/>
                </a:solidFill>
                <a:latin typeface="Source Sans 3"/>
                <a:ea typeface="Source Sans 3"/>
                <a:cs typeface="Source Sans 3"/>
                <a:sym typeface="Source Sans 3"/>
              </a:rPr>
              <a:t>BANCO DE ÍCONES</a:t>
            </a:r>
          </a:p>
        </p:txBody>
      </p:sp>
      <p:pic>
        <p:nvPicPr>
          <p:cNvPr id="28" name="Gráfico 22" descr="Edifício com preenchimento sólido">
            <a:extLst>
              <a:ext uri="{FF2B5EF4-FFF2-40B4-BE49-F238E27FC236}">
                <a16:creationId xmlns:a16="http://schemas.microsoft.com/office/drawing/2014/main" id="{B83CDC28-C0A0-6149-DFC9-A51CE34B7723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1"/>
              </a:ext>
            </a:extLst>
          </a:blip>
          <a:stretch>
            <a:fillRect/>
          </a:stretch>
        </p:blipFill>
        <p:spPr>
          <a:xfrm>
            <a:off x="6773400" y="1843500"/>
            <a:ext cx="1350000" cy="1350000"/>
          </a:xfrm>
          <a:prstGeom prst="rect">
            <a:avLst/>
          </a:prstGeom>
        </p:spPr>
      </p:pic>
      <p:pic>
        <p:nvPicPr>
          <p:cNvPr id="2050" name="Picture 2" descr="Interface gráfica do usuário, Aplicativo  O conteúdo gerado por IA pode estar incorreto.">
            <a:extLst>
              <a:ext uri="{FF2B5EF4-FFF2-40B4-BE49-F238E27FC236}">
                <a16:creationId xmlns:a16="http://schemas.microsoft.com/office/drawing/2014/main" id="{EA5981BD-ED1A-894D-C813-6009CB0FBC0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423400" y="5493500"/>
            <a:ext cx="1350000" cy="1350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1" name="Gráfico 27" descr="Trator com preenchimento sólido">
            <a:extLst>
              <a:ext uri="{FF2B5EF4-FFF2-40B4-BE49-F238E27FC236}">
                <a16:creationId xmlns:a16="http://schemas.microsoft.com/office/drawing/2014/main" id="{633CD7A4-C25D-9AFE-C322-D08298F0F16B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3"/>
              </a:ext>
            </a:extLst>
          </a:blip>
          <a:stretch>
            <a:fillRect/>
          </a:stretch>
        </p:blipFill>
        <p:spPr>
          <a:xfrm>
            <a:off x="11963400" y="1843500"/>
            <a:ext cx="1350000" cy="1350000"/>
          </a:xfrm>
          <a:prstGeom prst="rect">
            <a:avLst/>
          </a:prstGeom>
        </p:spPr>
      </p:pic>
      <p:pic>
        <p:nvPicPr>
          <p:cNvPr id="53" name="Gráfico 52" descr="Árvore decídua estrutura de tópicos">
            <a:extLst>
              <a:ext uri="{FF2B5EF4-FFF2-40B4-BE49-F238E27FC236}">
                <a16:creationId xmlns:a16="http://schemas.microsoft.com/office/drawing/2014/main" id="{304F3845-9045-DE3E-1446-CE7957519778}"/>
              </a:ext>
            </a:extLst>
          </p:cNvPr>
          <p:cNvPicPr>
            <a:picLocks noChangeAspect="1"/>
          </p:cNvPicPr>
          <p:nvPr/>
        </p:nvPicPr>
        <p:blipFill>
          <a:blip>
            <a:clrChange>
              <a:clrFrom>
                <a:srgbClr val="004AAD"/>
              </a:clrFrom>
              <a:clrTo>
                <a:srgbClr val="004AAD">
                  <a:alpha val="0"/>
                </a:srgbClr>
              </a:clrTo>
            </a:clrChange>
            <a:extLst>
              <a:ext uri="{96DAC541-7B7A-43D3-8B79-37D633B846F1}">
                <asvg:svgBlip xmlns:asvg="http://schemas.microsoft.com/office/drawing/2016/SVG/main" r:embed="rId24"/>
              </a:ext>
            </a:extLst>
          </a:blip>
          <a:srcRect/>
          <a:stretch/>
        </p:blipFill>
        <p:spPr>
          <a:xfrm>
            <a:off x="13693400" y="1843500"/>
            <a:ext cx="1350000" cy="1350000"/>
          </a:xfrm>
          <a:prstGeom prst="rect">
            <a:avLst/>
          </a:prstGeom>
        </p:spPr>
      </p:pic>
      <p:pic>
        <p:nvPicPr>
          <p:cNvPr id="60" name="Gráfico 5" descr="Sala de reuniões com preenchimento sólido">
            <a:extLst>
              <a:ext uri="{FF2B5EF4-FFF2-40B4-BE49-F238E27FC236}">
                <a16:creationId xmlns:a16="http://schemas.microsoft.com/office/drawing/2014/main" id="{D3E9A5F3-4A8F-07BF-D2FE-270C5F5EBCC6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5"/>
              </a:ext>
            </a:extLst>
          </a:blip>
          <a:stretch>
            <a:fillRect/>
          </a:stretch>
        </p:blipFill>
        <p:spPr>
          <a:xfrm>
            <a:off x="10233400" y="1843500"/>
            <a:ext cx="1350000" cy="1350000"/>
          </a:xfrm>
          <a:prstGeom prst="rect">
            <a:avLst/>
          </a:prstGeom>
        </p:spPr>
      </p:pic>
      <p:pic>
        <p:nvPicPr>
          <p:cNvPr id="2056" name="Picture 8" descr="Processo ">
            <a:extLst>
              <a:ext uri="{FF2B5EF4-FFF2-40B4-BE49-F238E27FC236}">
                <a16:creationId xmlns:a16="http://schemas.microsoft.com/office/drawing/2014/main" id="{C472B25D-6BB6-C287-F3F6-0DC03D163D5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503400" y="1843500"/>
            <a:ext cx="1350000" cy="1350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63" name="Gráfico 9" descr="Aterrissagem estrutura de tópicos">
            <a:extLst>
              <a:ext uri="{FF2B5EF4-FFF2-40B4-BE49-F238E27FC236}">
                <a16:creationId xmlns:a16="http://schemas.microsoft.com/office/drawing/2014/main" id="{A65F95B7-DC35-A31C-F7D6-20DB90FB0F5C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7"/>
              </a:ext>
            </a:extLst>
          </a:blip>
          <a:stretch>
            <a:fillRect/>
          </a:stretch>
        </p:blipFill>
        <p:spPr>
          <a:xfrm>
            <a:off x="3313400" y="1843500"/>
            <a:ext cx="1350000" cy="1350000"/>
          </a:xfrm>
          <a:prstGeom prst="rect">
            <a:avLst/>
          </a:prstGeom>
        </p:spPr>
      </p:pic>
      <p:pic>
        <p:nvPicPr>
          <p:cNvPr id="2048" name="Gráfico 11" descr="Decolar estrutura de tópicos">
            <a:extLst>
              <a:ext uri="{FF2B5EF4-FFF2-40B4-BE49-F238E27FC236}">
                <a16:creationId xmlns:a16="http://schemas.microsoft.com/office/drawing/2014/main" id="{DB5BA7C6-A481-5B3E-7E63-22CAE3295FAF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8"/>
              </a:ext>
            </a:extLst>
          </a:blip>
          <a:stretch>
            <a:fillRect/>
          </a:stretch>
        </p:blipFill>
        <p:spPr>
          <a:xfrm>
            <a:off x="5043400" y="1843500"/>
            <a:ext cx="1350000" cy="1350000"/>
          </a:xfrm>
          <a:prstGeom prst="rect">
            <a:avLst/>
          </a:prstGeom>
        </p:spPr>
      </p:pic>
      <p:pic>
        <p:nvPicPr>
          <p:cNvPr id="2053" name="Imagem 2052">
            <a:extLst>
              <a:ext uri="{FF2B5EF4-FFF2-40B4-BE49-F238E27FC236}">
                <a16:creationId xmlns:a16="http://schemas.microsoft.com/office/drawing/2014/main" id="{BDC342A9-3640-4610-1DD3-E6854319957C}"/>
              </a:ext>
            </a:extLst>
          </p:cNvPr>
          <p:cNvPicPr>
            <a:picLocks noChangeAspect="1"/>
          </p:cNvPicPr>
          <p:nvPr/>
        </p:nvPicPr>
        <p:blipFill>
          <a:blip r:embed="rId2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043400" y="5493500"/>
            <a:ext cx="1350000" cy="1350000"/>
          </a:xfrm>
          <a:prstGeom prst="rect">
            <a:avLst/>
          </a:prstGeom>
        </p:spPr>
      </p:pic>
      <p:pic>
        <p:nvPicPr>
          <p:cNvPr id="2059" name="Imagem 2058">
            <a:extLst>
              <a:ext uri="{FF2B5EF4-FFF2-40B4-BE49-F238E27FC236}">
                <a16:creationId xmlns:a16="http://schemas.microsoft.com/office/drawing/2014/main" id="{D674D699-D12C-91BC-8F91-46681165C5B8}"/>
              </a:ext>
            </a:extLst>
          </p:cNvPr>
          <p:cNvPicPr>
            <a:picLocks noChangeAspect="1"/>
          </p:cNvPicPr>
          <p:nvPr/>
        </p:nvPicPr>
        <p:blipFill>
          <a:blip r:embed="rId3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773400" y="5493500"/>
            <a:ext cx="1350000" cy="1350000"/>
          </a:xfrm>
          <a:prstGeom prst="rect">
            <a:avLst/>
          </a:prstGeom>
        </p:spPr>
      </p:pic>
      <p:pic>
        <p:nvPicPr>
          <p:cNvPr id="2061" name="Imagem 2060">
            <a:extLst>
              <a:ext uri="{FF2B5EF4-FFF2-40B4-BE49-F238E27FC236}">
                <a16:creationId xmlns:a16="http://schemas.microsoft.com/office/drawing/2014/main" id="{BB8B7E54-D77A-5A7E-5EEB-BBD14D1C4D4C}"/>
              </a:ext>
            </a:extLst>
          </p:cNvPr>
          <p:cNvPicPr>
            <a:picLocks noChangeAspect="1"/>
          </p:cNvPicPr>
          <p:nvPr/>
        </p:nvPicPr>
        <p:blipFill>
          <a:blip r:embed="rId3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503400" y="5493500"/>
            <a:ext cx="1350000" cy="1350000"/>
          </a:xfrm>
          <a:prstGeom prst="rect">
            <a:avLst/>
          </a:prstGeom>
        </p:spPr>
      </p:pic>
      <p:pic>
        <p:nvPicPr>
          <p:cNvPr id="2063" name="Imagem 2062">
            <a:extLst>
              <a:ext uri="{FF2B5EF4-FFF2-40B4-BE49-F238E27FC236}">
                <a16:creationId xmlns:a16="http://schemas.microsoft.com/office/drawing/2014/main" id="{A3097FB3-E141-6605-0631-F90590B08A55}"/>
              </a:ext>
            </a:extLst>
          </p:cNvPr>
          <p:cNvPicPr>
            <a:picLocks noChangeAspect="1"/>
          </p:cNvPicPr>
          <p:nvPr/>
        </p:nvPicPr>
        <p:blipFill>
          <a:blip r:embed="rId3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233400" y="5493500"/>
            <a:ext cx="1350000" cy="1350000"/>
          </a:xfrm>
          <a:prstGeom prst="rect">
            <a:avLst/>
          </a:prstGeom>
        </p:spPr>
      </p:pic>
      <p:pic>
        <p:nvPicPr>
          <p:cNvPr id="2065" name="Imagem 2064">
            <a:extLst>
              <a:ext uri="{FF2B5EF4-FFF2-40B4-BE49-F238E27FC236}">
                <a16:creationId xmlns:a16="http://schemas.microsoft.com/office/drawing/2014/main" id="{488BB18B-D6D7-B014-7EC7-254E3F6F911C}"/>
              </a:ext>
            </a:extLst>
          </p:cNvPr>
          <p:cNvPicPr>
            <a:picLocks noChangeAspect="1"/>
          </p:cNvPicPr>
          <p:nvPr/>
        </p:nvPicPr>
        <p:blipFill>
          <a:blip r:embed="rId3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963400" y="5493500"/>
            <a:ext cx="1350000" cy="1350000"/>
          </a:xfrm>
          <a:prstGeom prst="rect">
            <a:avLst/>
          </a:prstGeom>
        </p:spPr>
      </p:pic>
      <p:pic>
        <p:nvPicPr>
          <p:cNvPr id="2067" name="Imagem 2066">
            <a:extLst>
              <a:ext uri="{FF2B5EF4-FFF2-40B4-BE49-F238E27FC236}">
                <a16:creationId xmlns:a16="http://schemas.microsoft.com/office/drawing/2014/main" id="{9EF3AC91-D119-3B72-4DF8-83797CEB664B}"/>
              </a:ext>
            </a:extLst>
          </p:cNvPr>
          <p:cNvPicPr>
            <a:picLocks noChangeAspect="1"/>
          </p:cNvPicPr>
          <p:nvPr/>
        </p:nvPicPr>
        <p:blipFill>
          <a:blip r:embed="rId3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693400" y="5493500"/>
            <a:ext cx="1350000" cy="1350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01768513"/>
      </p:ext>
    </p:extLst>
  </p:cSld>
  <p:clrMapOvr>
    <a:masterClrMapping/>
  </p:clrMapOvr>
  <p:timing>
    <p:tnLst>
      <p:par>
        <p:cTn id="1" dur="indefinite" restart="never" nodeType="tmRoot">
          <p:childTnLst>
            <p:video>
              <p:cMediaNode vol="0">
                <p:cTn id="2" fill="hold" display="0">
                  <p:stCondLst>
                    <p:cond delay="indefinite"/>
                  </p:stCondLst>
                </p:cTn>
                <p:tgtEl>
                  <p:spTgt spid="10"/>
                </p:tgtEl>
              </p:cMediaNode>
            </p:video>
          </p:childTnLst>
        </p:cTn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  <p:txBody>
          <a:bodyPr/>
          <a:lstStyle/>
          <a:p>
            <a:endParaRPr lang="pt-BR"/>
          </a:p>
        </p:txBody>
      </p:sp>
      <p:grpSp>
        <p:nvGrpSpPr>
          <p:cNvPr id="3" name="Group 3"/>
          <p:cNvGrpSpPr/>
          <p:nvPr/>
        </p:nvGrpSpPr>
        <p:grpSpPr>
          <a:xfrm>
            <a:off x="1079983" y="8977732"/>
            <a:ext cx="1125112" cy="338461"/>
            <a:chOff x="0" y="0"/>
            <a:chExt cx="1500149" cy="451282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1500124" cy="451231"/>
            </a:xfrm>
            <a:custGeom>
              <a:avLst/>
              <a:gdLst/>
              <a:ahLst/>
              <a:cxnLst/>
              <a:rect l="l" t="t" r="r" b="b"/>
              <a:pathLst>
                <a:path w="1500124" h="451231">
                  <a:moveTo>
                    <a:pt x="0" y="0"/>
                  </a:moveTo>
                  <a:lnTo>
                    <a:pt x="1500124" y="0"/>
                  </a:lnTo>
                  <a:lnTo>
                    <a:pt x="1500124" y="451231"/>
                  </a:lnTo>
                  <a:lnTo>
                    <a:pt x="0" y="45123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r="-1" b="-11"/>
              </a:stretch>
            </a:blipFill>
          </p:spPr>
          <p:txBody>
            <a:bodyPr/>
            <a:lstStyle/>
            <a:p>
              <a:endParaRPr lang="pt-BR"/>
            </a:p>
          </p:txBody>
        </p:sp>
      </p:grpSp>
      <p:grpSp>
        <p:nvGrpSpPr>
          <p:cNvPr id="5" name="Group 5"/>
          <p:cNvGrpSpPr/>
          <p:nvPr/>
        </p:nvGrpSpPr>
        <p:grpSpPr>
          <a:xfrm>
            <a:off x="13013141" y="970798"/>
            <a:ext cx="4177798" cy="556803"/>
            <a:chOff x="0" y="0"/>
            <a:chExt cx="5570398" cy="742404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5570474" cy="742442"/>
            </a:xfrm>
            <a:custGeom>
              <a:avLst/>
              <a:gdLst/>
              <a:ahLst/>
              <a:cxnLst/>
              <a:rect l="l" t="t" r="r" b="b"/>
              <a:pathLst>
                <a:path w="5570474" h="742442">
                  <a:moveTo>
                    <a:pt x="0" y="371221"/>
                  </a:moveTo>
                  <a:cubicBezTo>
                    <a:pt x="0" y="166243"/>
                    <a:pt x="166243" y="0"/>
                    <a:pt x="371221" y="0"/>
                  </a:cubicBezTo>
                  <a:lnTo>
                    <a:pt x="5199253" y="0"/>
                  </a:lnTo>
                  <a:cubicBezTo>
                    <a:pt x="5404231" y="0"/>
                    <a:pt x="5570474" y="166243"/>
                    <a:pt x="5570474" y="371221"/>
                  </a:cubicBezTo>
                  <a:cubicBezTo>
                    <a:pt x="5570474" y="576199"/>
                    <a:pt x="5404231" y="742442"/>
                    <a:pt x="5199253" y="742442"/>
                  </a:cubicBezTo>
                  <a:lnTo>
                    <a:pt x="371221" y="742442"/>
                  </a:lnTo>
                  <a:cubicBezTo>
                    <a:pt x="166243" y="742442"/>
                    <a:pt x="0" y="576199"/>
                    <a:pt x="0" y="371221"/>
                  </a:cubicBezTo>
                  <a:close/>
                </a:path>
              </a:pathLst>
            </a:custGeom>
            <a:solidFill>
              <a:srgbClr val="1A1A1A">
                <a:alpha val="15686"/>
              </a:srgbClr>
            </a:solidFill>
          </p:spPr>
          <p:txBody>
            <a:bodyPr/>
            <a:lstStyle/>
            <a:p>
              <a:endParaRPr lang="pt-BR"/>
            </a:p>
          </p:txBody>
        </p:sp>
      </p:grpSp>
      <p:grpSp>
        <p:nvGrpSpPr>
          <p:cNvPr id="7" name="Group 7"/>
          <p:cNvGrpSpPr/>
          <p:nvPr/>
        </p:nvGrpSpPr>
        <p:grpSpPr>
          <a:xfrm>
            <a:off x="13013141" y="970798"/>
            <a:ext cx="4177798" cy="556803"/>
            <a:chOff x="0" y="0"/>
            <a:chExt cx="5570398" cy="742404"/>
          </a:xfrm>
        </p:grpSpPr>
        <p:sp>
          <p:nvSpPr>
            <p:cNvPr id="8" name="Freeform 8"/>
            <p:cNvSpPr/>
            <p:nvPr/>
          </p:nvSpPr>
          <p:spPr>
            <a:xfrm>
              <a:off x="0" y="0"/>
              <a:ext cx="5570474" cy="742442"/>
            </a:xfrm>
            <a:custGeom>
              <a:avLst/>
              <a:gdLst/>
              <a:ahLst/>
              <a:cxnLst/>
              <a:rect l="l" t="t" r="r" b="b"/>
              <a:pathLst>
                <a:path w="5570474" h="742442">
                  <a:moveTo>
                    <a:pt x="0" y="371221"/>
                  </a:moveTo>
                  <a:cubicBezTo>
                    <a:pt x="0" y="166243"/>
                    <a:pt x="166243" y="0"/>
                    <a:pt x="371221" y="0"/>
                  </a:cubicBezTo>
                  <a:lnTo>
                    <a:pt x="5199253" y="0"/>
                  </a:lnTo>
                  <a:cubicBezTo>
                    <a:pt x="5404231" y="0"/>
                    <a:pt x="5570474" y="166243"/>
                    <a:pt x="5570474" y="371221"/>
                  </a:cubicBezTo>
                  <a:cubicBezTo>
                    <a:pt x="5570474" y="576199"/>
                    <a:pt x="5404231" y="742442"/>
                    <a:pt x="5199253" y="742442"/>
                  </a:cubicBezTo>
                  <a:lnTo>
                    <a:pt x="371221" y="742442"/>
                  </a:lnTo>
                  <a:cubicBezTo>
                    <a:pt x="166243" y="742442"/>
                    <a:pt x="0" y="576199"/>
                    <a:pt x="0" y="371221"/>
                  </a:cubicBezTo>
                  <a:close/>
                </a:path>
              </a:pathLst>
            </a:custGeom>
            <a:solidFill>
              <a:srgbClr val="6BA8D7">
                <a:alpha val="784"/>
              </a:srgbClr>
            </a:solidFill>
          </p:spPr>
          <p:txBody>
            <a:bodyPr/>
            <a:lstStyle/>
            <a:p>
              <a:endParaRPr lang="pt-BR"/>
            </a:p>
          </p:txBody>
        </p:sp>
      </p:grpSp>
      <p:grpSp>
        <p:nvGrpSpPr>
          <p:cNvPr id="9" name="Group 9"/>
          <p:cNvGrpSpPr/>
          <p:nvPr/>
        </p:nvGrpSpPr>
        <p:grpSpPr>
          <a:xfrm>
            <a:off x="15763418" y="1039720"/>
            <a:ext cx="1319851" cy="421053"/>
            <a:chOff x="0" y="0"/>
            <a:chExt cx="1759801" cy="561404"/>
          </a:xfrm>
        </p:grpSpPr>
        <p:sp>
          <p:nvSpPr>
            <p:cNvPr id="10" name="Freeform 10"/>
            <p:cNvSpPr/>
            <p:nvPr/>
          </p:nvSpPr>
          <p:spPr>
            <a:xfrm>
              <a:off x="0" y="0"/>
              <a:ext cx="1759712" cy="561340"/>
            </a:xfrm>
            <a:custGeom>
              <a:avLst/>
              <a:gdLst/>
              <a:ahLst/>
              <a:cxnLst/>
              <a:rect l="l" t="t" r="r" b="b"/>
              <a:pathLst>
                <a:path w="1759712" h="561340">
                  <a:moveTo>
                    <a:pt x="0" y="280670"/>
                  </a:moveTo>
                  <a:cubicBezTo>
                    <a:pt x="0" y="125349"/>
                    <a:pt x="129921" y="0"/>
                    <a:pt x="289306" y="0"/>
                  </a:cubicBezTo>
                  <a:lnTo>
                    <a:pt x="1470406" y="0"/>
                  </a:lnTo>
                  <a:lnTo>
                    <a:pt x="1470406" y="12700"/>
                  </a:lnTo>
                  <a:lnTo>
                    <a:pt x="1470406" y="0"/>
                  </a:lnTo>
                  <a:cubicBezTo>
                    <a:pt x="1629791" y="0"/>
                    <a:pt x="1759712" y="125349"/>
                    <a:pt x="1759712" y="280670"/>
                  </a:cubicBezTo>
                  <a:lnTo>
                    <a:pt x="1747012" y="280670"/>
                  </a:lnTo>
                  <a:lnTo>
                    <a:pt x="1759712" y="280670"/>
                  </a:lnTo>
                  <a:lnTo>
                    <a:pt x="1747012" y="280670"/>
                  </a:lnTo>
                  <a:lnTo>
                    <a:pt x="1759712" y="280670"/>
                  </a:lnTo>
                  <a:cubicBezTo>
                    <a:pt x="1759712" y="436118"/>
                    <a:pt x="1629791" y="561340"/>
                    <a:pt x="1470406" y="561340"/>
                  </a:cubicBezTo>
                  <a:lnTo>
                    <a:pt x="1470406" y="548640"/>
                  </a:lnTo>
                  <a:lnTo>
                    <a:pt x="1470406" y="561340"/>
                  </a:lnTo>
                  <a:lnTo>
                    <a:pt x="289306" y="561340"/>
                  </a:lnTo>
                  <a:lnTo>
                    <a:pt x="289306" y="548640"/>
                  </a:lnTo>
                  <a:lnTo>
                    <a:pt x="289306" y="561340"/>
                  </a:lnTo>
                  <a:cubicBezTo>
                    <a:pt x="129921" y="561340"/>
                    <a:pt x="0" y="436118"/>
                    <a:pt x="0" y="280670"/>
                  </a:cubicBezTo>
                  <a:lnTo>
                    <a:pt x="12700" y="280670"/>
                  </a:lnTo>
                  <a:lnTo>
                    <a:pt x="0" y="280670"/>
                  </a:lnTo>
                  <a:moveTo>
                    <a:pt x="25400" y="280670"/>
                  </a:moveTo>
                  <a:lnTo>
                    <a:pt x="12700" y="280670"/>
                  </a:lnTo>
                  <a:lnTo>
                    <a:pt x="25400" y="280670"/>
                  </a:lnTo>
                  <a:cubicBezTo>
                    <a:pt x="25400" y="421259"/>
                    <a:pt x="143129" y="535940"/>
                    <a:pt x="289306" y="535940"/>
                  </a:cubicBezTo>
                  <a:lnTo>
                    <a:pt x="1470406" y="535940"/>
                  </a:lnTo>
                  <a:cubicBezTo>
                    <a:pt x="1616583" y="535940"/>
                    <a:pt x="1734312" y="421259"/>
                    <a:pt x="1734312" y="280670"/>
                  </a:cubicBezTo>
                  <a:cubicBezTo>
                    <a:pt x="1734312" y="140081"/>
                    <a:pt x="1616583" y="25400"/>
                    <a:pt x="1470406" y="25400"/>
                  </a:cubicBezTo>
                  <a:lnTo>
                    <a:pt x="289306" y="25400"/>
                  </a:lnTo>
                  <a:lnTo>
                    <a:pt x="289306" y="12700"/>
                  </a:lnTo>
                  <a:lnTo>
                    <a:pt x="289306" y="25400"/>
                  </a:lnTo>
                  <a:cubicBezTo>
                    <a:pt x="143129" y="25400"/>
                    <a:pt x="25400" y="140081"/>
                    <a:pt x="25400" y="280670"/>
                  </a:cubicBezTo>
                  <a:close/>
                </a:path>
              </a:pathLst>
            </a:custGeom>
            <a:solidFill>
              <a:srgbClr val="6BA8D7"/>
            </a:solidFill>
          </p:spPr>
          <p:txBody>
            <a:bodyPr/>
            <a:lstStyle/>
            <a:p>
              <a:endParaRPr lang="pt-BR"/>
            </a:p>
          </p:txBody>
        </p:sp>
      </p:grpSp>
      <p:sp>
        <p:nvSpPr>
          <p:cNvPr id="11" name="TextBox 11"/>
          <p:cNvSpPr txBox="1"/>
          <p:nvPr/>
        </p:nvSpPr>
        <p:spPr>
          <a:xfrm>
            <a:off x="14420664" y="1121369"/>
            <a:ext cx="1117949" cy="33940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920"/>
              </a:lnSpc>
            </a:pPr>
            <a:r>
              <a:rPr lang="en-US" sz="1600">
                <a:solidFill>
                  <a:srgbClr val="FFFFFF"/>
                </a:solidFill>
                <a:latin typeface="Source Sans 3"/>
                <a:ea typeface="Source Sans 3"/>
                <a:cs typeface="Source Sans 3"/>
                <a:sym typeface="Source Sans 3"/>
              </a:rPr>
              <a:t>Conceito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15730718" y="1121369"/>
            <a:ext cx="1352550" cy="33940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920"/>
              </a:lnSpc>
            </a:pPr>
            <a:r>
              <a:rPr lang="en-US" sz="1600">
                <a:solidFill>
                  <a:srgbClr val="6BA8D7"/>
                </a:solidFill>
                <a:latin typeface="Source Sans 3"/>
                <a:ea typeface="Source Sans 3"/>
                <a:cs typeface="Source Sans 3"/>
                <a:sym typeface="Source Sans 3"/>
              </a:rPr>
              <a:t>Estratégia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1171404" y="1062228"/>
            <a:ext cx="4738954" cy="37395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920"/>
              </a:lnSpc>
            </a:pPr>
            <a:r>
              <a:rPr lang="en-US" sz="1600">
                <a:solidFill>
                  <a:srgbClr val="999999"/>
                </a:solidFill>
                <a:latin typeface="Source Sans 3"/>
                <a:ea typeface="Source Sans 3"/>
                <a:cs typeface="Source Sans 3"/>
                <a:sym typeface="Source Sans 3"/>
              </a:rPr>
              <a:t>SLIDES EXEMPLO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8008096" y="4543196"/>
            <a:ext cx="5543398" cy="120059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120"/>
              </a:lnSpc>
            </a:pPr>
            <a:r>
              <a:rPr lang="en-US" sz="2600">
                <a:solidFill>
                  <a:srgbClr val="FFFFFF"/>
                </a:solidFill>
                <a:latin typeface="Source Sans 3"/>
                <a:ea typeface="Source Sans 3"/>
                <a:cs typeface="Source Sans 3"/>
                <a:sym typeface="Source Sans 3"/>
              </a:rPr>
              <a:t>descreva objetivamente sobre o que você está falando aqui. Se precisar de mais texto, duplique o slide.</a:t>
            </a:r>
          </a:p>
        </p:txBody>
      </p:sp>
      <p:sp>
        <p:nvSpPr>
          <p:cNvPr id="15" name="TextBox 15"/>
          <p:cNvSpPr txBox="1"/>
          <p:nvPr/>
        </p:nvSpPr>
        <p:spPr>
          <a:xfrm>
            <a:off x="1929651" y="4302671"/>
            <a:ext cx="2968800" cy="167212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320"/>
              </a:lnSpc>
            </a:pPr>
            <a:r>
              <a:rPr lang="en-US" sz="3600">
                <a:solidFill>
                  <a:srgbClr val="FFFFFF"/>
                </a:solidFill>
                <a:latin typeface="Source Sans 3"/>
                <a:ea typeface="Source Sans 3"/>
                <a:cs typeface="Source Sans 3"/>
                <a:sym typeface="Source Sans 3"/>
              </a:rPr>
              <a:t>Coloque aqui o tópico principal.</a:t>
            </a:r>
          </a:p>
        </p:txBody>
      </p:sp>
      <p:sp>
        <p:nvSpPr>
          <p:cNvPr id="16" name="TextBox 16"/>
          <p:cNvSpPr txBox="1"/>
          <p:nvPr/>
        </p:nvSpPr>
        <p:spPr>
          <a:xfrm>
            <a:off x="13174918" y="1121369"/>
            <a:ext cx="1017146" cy="33940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920"/>
              </a:lnSpc>
            </a:pPr>
            <a:r>
              <a:rPr lang="en-US" sz="1600">
                <a:solidFill>
                  <a:srgbClr val="FFFFFF"/>
                </a:solidFill>
                <a:latin typeface="Source Sans 3"/>
                <a:ea typeface="Source Sans 3"/>
                <a:cs typeface="Source Sans 3"/>
                <a:sym typeface="Source Sans 3"/>
              </a:rPr>
              <a:t>Objetivo</a:t>
            </a:r>
          </a:p>
        </p:txBody>
      </p:sp>
      <p:pic>
        <p:nvPicPr>
          <p:cNvPr id="17" name="Picture 17"/>
          <p:cNvPicPr>
            <a:picLocks noChangeAspect="1"/>
          </p:cNvPicPr>
          <p:nvPr/>
        </p:nvPicPr>
        <p:blipFill>
          <a:blip r:embed="rId5"/>
          <a:srcRect/>
          <a:stretch>
            <a:fillRect/>
          </a:stretch>
        </p:blipFill>
        <p:spPr>
          <a:xfrm>
            <a:off x="4898450" y="4643507"/>
            <a:ext cx="1100287" cy="1100287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" name="Google Shape;128;p6"/>
          <p:cNvSpPr/>
          <p:nvPr/>
        </p:nvSpPr>
        <p:spPr>
          <a:xfrm>
            <a:off x="4946000" y="945800"/>
            <a:ext cx="8395800" cy="8395800"/>
          </a:xfrm>
          <a:prstGeom prst="ellipse">
            <a:avLst/>
          </a:prstGeom>
          <a:solidFill>
            <a:srgbClr val="6BA8D7">
              <a:alpha val="10196"/>
            </a:srgbClr>
          </a:solidFill>
          <a:ln>
            <a:noFill/>
          </a:ln>
        </p:spPr>
        <p:txBody>
          <a:bodyPr spcFirstLastPara="1" wrap="square" lIns="182850" tIns="182850" rIns="182850" bIns="182850" anchor="ctr" anchorCtr="0">
            <a:noAutofit/>
          </a:bodyPr>
          <a:lstStyle/>
          <a:p>
            <a:pPr algn="ctr">
              <a:buClr>
                <a:srgbClr val="000000"/>
              </a:buClr>
              <a:buSzPts val="1300"/>
            </a:pPr>
            <a:endParaRPr sz="2600">
              <a:solidFill>
                <a:srgbClr val="000000"/>
              </a:solidFill>
              <a:highlight>
                <a:srgbClr val="00E1D7"/>
              </a:highlight>
              <a:latin typeface="Quicksand"/>
              <a:ea typeface="Quicksand"/>
              <a:cs typeface="Quicksand"/>
              <a:sym typeface="Quicksand"/>
            </a:endParaRPr>
          </a:p>
        </p:txBody>
      </p:sp>
      <p:sp>
        <p:nvSpPr>
          <p:cNvPr id="129" name="Google Shape;129;p6"/>
          <p:cNvSpPr/>
          <p:nvPr/>
        </p:nvSpPr>
        <p:spPr>
          <a:xfrm>
            <a:off x="6332400" y="2332200"/>
            <a:ext cx="5623200" cy="5623200"/>
          </a:xfrm>
          <a:prstGeom prst="ellipse">
            <a:avLst/>
          </a:prstGeom>
          <a:solidFill>
            <a:srgbClr val="6BA8D7">
              <a:alpha val="10196"/>
            </a:srgbClr>
          </a:solidFill>
          <a:ln>
            <a:noFill/>
          </a:ln>
        </p:spPr>
        <p:txBody>
          <a:bodyPr spcFirstLastPara="1" wrap="square" lIns="182850" tIns="182850" rIns="182850" bIns="182850" anchor="ctr" anchorCtr="0">
            <a:noAutofit/>
          </a:bodyPr>
          <a:lstStyle/>
          <a:p>
            <a:pPr algn="ctr">
              <a:buClr>
                <a:srgbClr val="000000"/>
              </a:buClr>
              <a:buSzPts val="1400"/>
            </a:pPr>
            <a:endParaRPr sz="2800">
              <a:solidFill>
                <a:srgbClr val="000000"/>
              </a:solidFill>
              <a:highlight>
                <a:srgbClr val="00E1D7"/>
              </a:highlight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0" name="Google Shape;130;p6"/>
          <p:cNvSpPr/>
          <p:nvPr/>
        </p:nvSpPr>
        <p:spPr>
          <a:xfrm>
            <a:off x="7818600" y="3818400"/>
            <a:ext cx="2650800" cy="2650800"/>
          </a:xfrm>
          <a:prstGeom prst="ellipse">
            <a:avLst/>
          </a:prstGeom>
          <a:solidFill>
            <a:srgbClr val="6BA8D7">
              <a:alpha val="10196"/>
            </a:srgbClr>
          </a:solidFill>
          <a:ln>
            <a:noFill/>
          </a:ln>
        </p:spPr>
        <p:txBody>
          <a:bodyPr spcFirstLastPara="1" wrap="square" lIns="182850" tIns="182850" rIns="182850" bIns="182850" anchor="ctr" anchorCtr="0">
            <a:noAutofit/>
          </a:bodyPr>
          <a:lstStyle/>
          <a:p>
            <a:pPr algn="ctr">
              <a:buClr>
                <a:srgbClr val="000000"/>
              </a:buClr>
              <a:buSzPts val="1400"/>
            </a:pPr>
            <a:endParaRPr sz="2800">
              <a:solidFill>
                <a:srgbClr val="000000"/>
              </a:solidFill>
              <a:highlight>
                <a:srgbClr val="00E1D7"/>
              </a:highlight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1" name="Google Shape;131;p6"/>
          <p:cNvSpPr txBox="1"/>
          <p:nvPr/>
        </p:nvSpPr>
        <p:spPr>
          <a:xfrm>
            <a:off x="13929750" y="4343101"/>
            <a:ext cx="1776500" cy="80015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82850" tIns="182850" rIns="182850" bIns="182850" anchor="t" anchorCtr="0">
            <a:spAutoFit/>
          </a:bodyPr>
          <a:lstStyle/>
          <a:p>
            <a:pPr algn="r">
              <a:buClr>
                <a:srgbClr val="000000"/>
              </a:buClr>
              <a:buSzPts val="1400"/>
            </a:pPr>
            <a:r>
              <a:rPr lang="pt-BR" sz="2800" b="1">
                <a:solidFill>
                  <a:srgbClr val="FFFFFF"/>
                </a:solidFill>
                <a:latin typeface="Source Sans 3"/>
                <a:ea typeface="Source Sans 3"/>
                <a:cs typeface="Source Sans 3"/>
                <a:sym typeface="Source Sans 3"/>
              </a:rPr>
              <a:t>Conceito</a:t>
            </a:r>
            <a:endParaRPr sz="2800" b="1">
              <a:solidFill>
                <a:srgbClr val="FFFFFF"/>
              </a:solidFill>
              <a:latin typeface="Source Sans 3"/>
              <a:ea typeface="Source Sans 3"/>
              <a:cs typeface="Source Sans 3"/>
              <a:sym typeface="Source Sans 3"/>
            </a:endParaRPr>
          </a:p>
        </p:txBody>
      </p:sp>
      <p:sp>
        <p:nvSpPr>
          <p:cNvPr id="132" name="Google Shape;132;p6"/>
          <p:cNvSpPr txBox="1"/>
          <p:nvPr/>
        </p:nvSpPr>
        <p:spPr>
          <a:xfrm>
            <a:off x="2777350" y="6740300"/>
            <a:ext cx="1814400" cy="80015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82850" tIns="182850" rIns="182850" bIns="182850" anchor="t" anchorCtr="0">
            <a:spAutoFit/>
          </a:bodyPr>
          <a:lstStyle/>
          <a:p>
            <a:pPr>
              <a:buClr>
                <a:srgbClr val="000000"/>
              </a:buClr>
              <a:buSzPts val="1400"/>
            </a:pPr>
            <a:r>
              <a:rPr lang="pt-BR" sz="2800" b="1">
                <a:solidFill>
                  <a:srgbClr val="FFFFFF"/>
                </a:solidFill>
                <a:latin typeface="Source Sans 3"/>
                <a:ea typeface="Source Sans 3"/>
                <a:cs typeface="Source Sans 3"/>
                <a:sym typeface="Source Sans 3"/>
              </a:rPr>
              <a:t>Prática</a:t>
            </a:r>
            <a:endParaRPr sz="2800" b="1">
              <a:solidFill>
                <a:srgbClr val="FFFFFF"/>
              </a:solidFill>
              <a:latin typeface="Source Sans 3"/>
              <a:ea typeface="Source Sans 3"/>
              <a:cs typeface="Source Sans 3"/>
              <a:sym typeface="Source Sans 3"/>
            </a:endParaRPr>
          </a:p>
        </p:txBody>
      </p:sp>
      <p:cxnSp>
        <p:nvCxnSpPr>
          <p:cNvPr id="133" name="Google Shape;133;p6"/>
          <p:cNvCxnSpPr/>
          <p:nvPr/>
        </p:nvCxnSpPr>
        <p:spPr>
          <a:xfrm rot="10800000">
            <a:off x="2738446" y="7540700"/>
            <a:ext cx="4133400" cy="0"/>
          </a:xfrm>
          <a:prstGeom prst="straightConnector1">
            <a:avLst/>
          </a:prstGeom>
          <a:noFill/>
          <a:ln w="9525" cap="flat" cmpd="sng">
            <a:solidFill>
              <a:schemeClr val="bg1"/>
            </a:solidFill>
            <a:prstDash val="dash"/>
            <a:round/>
            <a:headEnd type="none" w="sm" len="sm"/>
            <a:tailEnd type="none" w="sm" len="sm"/>
          </a:ln>
        </p:spPr>
      </p:cxnSp>
      <p:sp>
        <p:nvSpPr>
          <p:cNvPr id="134" name="Google Shape;134;p6"/>
          <p:cNvSpPr txBox="1"/>
          <p:nvPr/>
        </p:nvSpPr>
        <p:spPr>
          <a:xfrm>
            <a:off x="2777350" y="3333550"/>
            <a:ext cx="1973400" cy="80015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82850" tIns="182850" rIns="182850" bIns="182850" anchor="t" anchorCtr="0">
            <a:spAutoFit/>
          </a:bodyPr>
          <a:lstStyle/>
          <a:p>
            <a:pPr>
              <a:buClr>
                <a:srgbClr val="000000"/>
              </a:buClr>
              <a:buSzPts val="1400"/>
            </a:pPr>
            <a:r>
              <a:rPr lang="pt-BR" sz="2800" b="1">
                <a:solidFill>
                  <a:srgbClr val="FFFFFF"/>
                </a:solidFill>
                <a:latin typeface="Source Sans 3"/>
                <a:ea typeface="Source Sans 3"/>
                <a:cs typeface="Source Sans 3"/>
                <a:sym typeface="Source Sans 3"/>
              </a:rPr>
              <a:t>Objetivo</a:t>
            </a:r>
            <a:endParaRPr sz="2800" b="1">
              <a:solidFill>
                <a:srgbClr val="FFFFFF"/>
              </a:solidFill>
              <a:latin typeface="Source Sans 3"/>
              <a:ea typeface="Source Sans 3"/>
              <a:cs typeface="Source Sans 3"/>
              <a:sym typeface="Source Sans 3"/>
            </a:endParaRPr>
          </a:p>
        </p:txBody>
      </p:sp>
      <p:cxnSp>
        <p:nvCxnSpPr>
          <p:cNvPr id="135" name="Google Shape;135;p6"/>
          <p:cNvCxnSpPr/>
          <p:nvPr/>
        </p:nvCxnSpPr>
        <p:spPr>
          <a:xfrm rot="10800000">
            <a:off x="2737996" y="4133950"/>
            <a:ext cx="6004800" cy="0"/>
          </a:xfrm>
          <a:prstGeom prst="straightConnector1">
            <a:avLst/>
          </a:prstGeom>
          <a:noFill/>
          <a:ln w="9525" cap="flat" cmpd="sng">
            <a:solidFill>
              <a:schemeClr val="bg1"/>
            </a:solidFill>
            <a:prstDash val="dash"/>
            <a:round/>
            <a:headEnd type="none" w="sm" len="sm"/>
            <a:tailEnd type="none" w="sm" len="sm"/>
          </a:ln>
        </p:spPr>
      </p:cxnSp>
      <p:cxnSp>
        <p:nvCxnSpPr>
          <p:cNvPr id="136" name="Google Shape;136;p6"/>
          <p:cNvCxnSpPr/>
          <p:nvPr/>
        </p:nvCxnSpPr>
        <p:spPr>
          <a:xfrm rot="10800000">
            <a:off x="11105300" y="5143500"/>
            <a:ext cx="4405200" cy="0"/>
          </a:xfrm>
          <a:prstGeom prst="straightConnector1">
            <a:avLst/>
          </a:prstGeom>
          <a:noFill/>
          <a:ln w="9525" cap="flat" cmpd="sng">
            <a:solidFill>
              <a:schemeClr val="bg1"/>
            </a:solidFill>
            <a:prstDash val="dash"/>
            <a:round/>
            <a:headEnd type="none" w="sm" len="sm"/>
            <a:tailEnd type="none" w="sm" len="sm"/>
          </a:ln>
        </p:spPr>
      </p:cxnSp>
      <p:sp>
        <p:nvSpPr>
          <p:cNvPr id="137" name="Google Shape;137;p6"/>
          <p:cNvSpPr txBox="1">
            <a:spLocks noGrp="1"/>
          </p:cNvSpPr>
          <p:nvPr>
            <p:ph type="subTitle" idx="1"/>
          </p:nvPr>
        </p:nvSpPr>
        <p:spPr>
          <a:xfrm>
            <a:off x="1079982" y="970800"/>
            <a:ext cx="4921800" cy="556800"/>
          </a:xfrm>
          <a:prstGeom prst="rect">
            <a:avLst/>
          </a:prstGeom>
          <a:noFill/>
          <a:ln>
            <a:noFill/>
          </a:ln>
        </p:spPr>
        <p:txBody>
          <a:bodyPr spcFirstLastPara="1" vert="horz" wrap="square" lIns="182850" tIns="182850" rIns="182850" bIns="182850" rtlCol="0" anchor="t" anchorCtr="0">
            <a:noAutofit/>
          </a:bodyPr>
          <a:lstStyle/>
          <a:p>
            <a:pPr marL="0" indent="0"/>
            <a:r>
              <a:rPr lang="pt-BR" dirty="0"/>
              <a:t>VISÃO MACRO</a:t>
            </a:r>
            <a:endParaRPr dirty="0"/>
          </a:p>
        </p:txBody>
      </p:sp>
      <p:sp>
        <p:nvSpPr>
          <p:cNvPr id="138" name="Google Shape;138;p6"/>
          <p:cNvSpPr txBox="1"/>
          <p:nvPr/>
        </p:nvSpPr>
        <p:spPr>
          <a:xfrm>
            <a:off x="2777350" y="4216251"/>
            <a:ext cx="1973400" cy="100636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82850" tIns="182850" rIns="182850" bIns="182850" anchor="t" anchorCtr="0">
            <a:spAutoFit/>
          </a:bodyPr>
          <a:lstStyle/>
          <a:p>
            <a:pPr>
              <a:lnSpc>
                <a:spcPct val="115000"/>
              </a:lnSpc>
              <a:buClr>
                <a:srgbClr val="000000"/>
              </a:buClr>
              <a:buSzPts val="900"/>
            </a:pPr>
            <a:r>
              <a:rPr lang="pt-BR">
                <a:solidFill>
                  <a:srgbClr val="FFFFFF"/>
                </a:solidFill>
                <a:latin typeface="Source Sans 3"/>
                <a:ea typeface="Source Sans 3"/>
                <a:cs typeface="Source Sans 3"/>
                <a:sym typeface="Source Sans 3"/>
              </a:rPr>
              <a:t>PONTO DE PARTIDA</a:t>
            </a:r>
            <a:endParaRPr>
              <a:solidFill>
                <a:srgbClr val="FFFFFF"/>
              </a:solidFill>
              <a:latin typeface="Source Sans 3"/>
              <a:ea typeface="Source Sans 3"/>
              <a:cs typeface="Source Sans 3"/>
              <a:sym typeface="Source Sans 3"/>
            </a:endParaRPr>
          </a:p>
        </p:txBody>
      </p:sp>
      <p:sp>
        <p:nvSpPr>
          <p:cNvPr id="139" name="Google Shape;139;p6"/>
          <p:cNvSpPr txBox="1"/>
          <p:nvPr/>
        </p:nvSpPr>
        <p:spPr>
          <a:xfrm>
            <a:off x="13537550" y="5232500"/>
            <a:ext cx="1973400" cy="100636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82850" tIns="182850" rIns="0" bIns="182850" anchor="t" anchorCtr="0">
            <a:spAutoFit/>
          </a:bodyPr>
          <a:lstStyle/>
          <a:p>
            <a:pPr algn="r">
              <a:lnSpc>
                <a:spcPct val="115000"/>
              </a:lnSpc>
              <a:buClr>
                <a:srgbClr val="000000"/>
              </a:buClr>
              <a:buSzPts val="900"/>
            </a:pPr>
            <a:r>
              <a:rPr lang="pt-BR">
                <a:solidFill>
                  <a:srgbClr val="FFFFFF"/>
                </a:solidFill>
                <a:latin typeface="Source Sans 3"/>
                <a:ea typeface="Source Sans 3"/>
                <a:cs typeface="Source Sans 3"/>
                <a:sym typeface="Source Sans 3"/>
              </a:rPr>
              <a:t>BASE DA COMUNICAÇÃO</a:t>
            </a:r>
            <a:endParaRPr>
              <a:solidFill>
                <a:srgbClr val="FFFFFF"/>
              </a:solidFill>
              <a:latin typeface="Source Sans 3"/>
              <a:ea typeface="Source Sans 3"/>
              <a:cs typeface="Source Sans 3"/>
              <a:sym typeface="Source Sans 3"/>
            </a:endParaRPr>
          </a:p>
        </p:txBody>
      </p:sp>
      <p:sp>
        <p:nvSpPr>
          <p:cNvPr id="140" name="Google Shape;140;p6"/>
          <p:cNvSpPr txBox="1"/>
          <p:nvPr/>
        </p:nvSpPr>
        <p:spPr>
          <a:xfrm>
            <a:off x="2777350" y="7693351"/>
            <a:ext cx="2295000" cy="100636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82850" tIns="182850" rIns="182850" bIns="182850" anchor="t" anchorCtr="0">
            <a:spAutoFit/>
          </a:bodyPr>
          <a:lstStyle/>
          <a:p>
            <a:pPr>
              <a:lnSpc>
                <a:spcPct val="115000"/>
              </a:lnSpc>
              <a:buClr>
                <a:srgbClr val="000000"/>
              </a:buClr>
              <a:buSzPts val="900"/>
            </a:pPr>
            <a:r>
              <a:rPr lang="pt-BR">
                <a:solidFill>
                  <a:srgbClr val="FFFFFF"/>
                </a:solidFill>
                <a:latin typeface="Source Sans 3"/>
                <a:ea typeface="Source Sans 3"/>
                <a:cs typeface="Source Sans 3"/>
                <a:sym typeface="Source Sans 3"/>
              </a:rPr>
              <a:t>ESTRATÉGIAS APLICADAS</a:t>
            </a:r>
            <a:endParaRPr>
              <a:solidFill>
                <a:srgbClr val="FFFFFF"/>
              </a:solidFill>
              <a:latin typeface="Source Sans 3"/>
              <a:ea typeface="Source Sans 3"/>
              <a:cs typeface="Source Sans 3"/>
              <a:sym typeface="Source Sans 3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" name="Google Shape;145;p7"/>
          <p:cNvSpPr txBox="1"/>
          <p:nvPr/>
        </p:nvSpPr>
        <p:spPr>
          <a:xfrm>
            <a:off x="3307838" y="5164880"/>
            <a:ext cx="2891400" cy="79400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82850" rIns="182850" bIns="182850" anchor="t" anchorCtr="0">
            <a:spAutoFit/>
          </a:bodyPr>
          <a:lstStyle/>
          <a:p>
            <a:pPr marR="1210310">
              <a:lnSpc>
                <a:spcPct val="115000"/>
              </a:lnSpc>
              <a:buClr>
                <a:srgbClr val="000000"/>
              </a:buClr>
              <a:buSzPts val="1200"/>
            </a:pPr>
            <a:r>
              <a:rPr lang="pt-BR" sz="2400">
                <a:solidFill>
                  <a:srgbClr val="FFFFFF"/>
                </a:solidFill>
                <a:latin typeface="Source Sans 3"/>
                <a:ea typeface="Source Sans 3"/>
                <a:cs typeface="Source Sans 3"/>
                <a:sym typeface="Source Sans 3"/>
              </a:rPr>
              <a:t>timeline 1</a:t>
            </a:r>
            <a:endParaRPr sz="2400">
              <a:solidFill>
                <a:srgbClr val="FFFFFF"/>
              </a:solidFill>
              <a:latin typeface="Source Sans 3"/>
              <a:ea typeface="Source Sans 3"/>
              <a:cs typeface="Source Sans 3"/>
              <a:sym typeface="Source Sans 3"/>
            </a:endParaRPr>
          </a:p>
        </p:txBody>
      </p:sp>
      <p:sp>
        <p:nvSpPr>
          <p:cNvPr id="146" name="Google Shape;146;p7"/>
          <p:cNvSpPr txBox="1"/>
          <p:nvPr/>
        </p:nvSpPr>
        <p:spPr>
          <a:xfrm>
            <a:off x="6199238" y="5164881"/>
            <a:ext cx="2862000" cy="79400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82850" rIns="182850" bIns="182850" anchor="t" anchorCtr="0">
            <a:spAutoFit/>
          </a:bodyPr>
          <a:lstStyle/>
          <a:p>
            <a:pPr marR="1210310">
              <a:lnSpc>
                <a:spcPct val="115000"/>
              </a:lnSpc>
              <a:buClr>
                <a:srgbClr val="000000"/>
              </a:buClr>
              <a:buSzPts val="1200"/>
            </a:pPr>
            <a:r>
              <a:rPr lang="pt-BR" sz="2400">
                <a:solidFill>
                  <a:srgbClr val="FFFFFF"/>
                </a:solidFill>
                <a:latin typeface="Source Sans 3"/>
                <a:ea typeface="Source Sans 3"/>
                <a:cs typeface="Source Sans 3"/>
                <a:sym typeface="Source Sans 3"/>
              </a:rPr>
              <a:t>timeline 2</a:t>
            </a:r>
            <a:endParaRPr sz="2400">
              <a:solidFill>
                <a:srgbClr val="FFFFFF"/>
              </a:solidFill>
              <a:latin typeface="Source Sans 3"/>
              <a:ea typeface="Source Sans 3"/>
              <a:cs typeface="Source Sans 3"/>
              <a:sym typeface="Source Sans 3"/>
            </a:endParaRPr>
          </a:p>
        </p:txBody>
      </p:sp>
      <p:sp>
        <p:nvSpPr>
          <p:cNvPr id="147" name="Google Shape;147;p7"/>
          <p:cNvSpPr txBox="1"/>
          <p:nvPr/>
        </p:nvSpPr>
        <p:spPr>
          <a:xfrm>
            <a:off x="9073430" y="5164881"/>
            <a:ext cx="2891400" cy="79400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82850" rIns="182850" bIns="182850" anchor="t" anchorCtr="0">
            <a:spAutoFit/>
          </a:bodyPr>
          <a:lstStyle/>
          <a:p>
            <a:pPr marR="1210310">
              <a:lnSpc>
                <a:spcPct val="115000"/>
              </a:lnSpc>
              <a:buClr>
                <a:srgbClr val="000000"/>
              </a:buClr>
              <a:buSzPts val="1200"/>
            </a:pPr>
            <a:r>
              <a:rPr lang="pt-BR" sz="2400">
                <a:solidFill>
                  <a:srgbClr val="FFFFFF"/>
                </a:solidFill>
                <a:latin typeface="Source Sans 3"/>
                <a:ea typeface="Source Sans 3"/>
                <a:cs typeface="Source Sans 3"/>
                <a:sym typeface="Source Sans 3"/>
              </a:rPr>
              <a:t>timeline 3</a:t>
            </a:r>
            <a:endParaRPr sz="2400">
              <a:solidFill>
                <a:srgbClr val="FFFFFF"/>
              </a:solidFill>
              <a:latin typeface="Source Sans 3"/>
              <a:ea typeface="Source Sans 3"/>
              <a:cs typeface="Source Sans 3"/>
              <a:sym typeface="Source Sans 3"/>
            </a:endParaRPr>
          </a:p>
        </p:txBody>
      </p:sp>
      <p:sp>
        <p:nvSpPr>
          <p:cNvPr id="148" name="Google Shape;148;p7"/>
          <p:cNvSpPr txBox="1"/>
          <p:nvPr/>
        </p:nvSpPr>
        <p:spPr>
          <a:xfrm>
            <a:off x="11926004" y="5164881"/>
            <a:ext cx="2891400" cy="79400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82850" rIns="182850" bIns="182850" anchor="t" anchorCtr="0">
            <a:spAutoFit/>
          </a:bodyPr>
          <a:lstStyle/>
          <a:p>
            <a:pPr marR="1210310">
              <a:lnSpc>
                <a:spcPct val="115000"/>
              </a:lnSpc>
              <a:buClr>
                <a:srgbClr val="000000"/>
              </a:buClr>
              <a:buSzPts val="1200"/>
            </a:pPr>
            <a:r>
              <a:rPr lang="pt-BR" sz="2400">
                <a:solidFill>
                  <a:srgbClr val="FFFFFF"/>
                </a:solidFill>
                <a:latin typeface="Source Sans 3"/>
                <a:ea typeface="Source Sans 3"/>
                <a:cs typeface="Source Sans 3"/>
                <a:sym typeface="Source Sans 3"/>
              </a:rPr>
              <a:t>timeline 4</a:t>
            </a:r>
            <a:endParaRPr sz="2400">
              <a:solidFill>
                <a:srgbClr val="FFFFFF"/>
              </a:solidFill>
              <a:latin typeface="Source Sans 3"/>
              <a:ea typeface="Source Sans 3"/>
              <a:cs typeface="Source Sans 3"/>
              <a:sym typeface="Source Sans 3"/>
            </a:endParaRPr>
          </a:p>
        </p:txBody>
      </p:sp>
      <p:sp>
        <p:nvSpPr>
          <p:cNvPr id="149" name="Google Shape;149;p7"/>
          <p:cNvSpPr txBox="1"/>
          <p:nvPr/>
        </p:nvSpPr>
        <p:spPr>
          <a:xfrm>
            <a:off x="14802550" y="5164880"/>
            <a:ext cx="3446400" cy="79400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82850" rIns="182850" bIns="182850" anchor="t" anchorCtr="0">
            <a:spAutoFit/>
          </a:bodyPr>
          <a:lstStyle/>
          <a:p>
            <a:pPr marR="1210310">
              <a:lnSpc>
                <a:spcPct val="115000"/>
              </a:lnSpc>
              <a:buClr>
                <a:srgbClr val="000000"/>
              </a:buClr>
              <a:buSzPts val="1200"/>
            </a:pPr>
            <a:r>
              <a:rPr lang="pt-BR" sz="2400">
                <a:solidFill>
                  <a:srgbClr val="FFFFFF"/>
                </a:solidFill>
                <a:latin typeface="Source Sans 3"/>
                <a:ea typeface="Source Sans 3"/>
                <a:cs typeface="Source Sans 3"/>
                <a:sym typeface="Source Sans 3"/>
              </a:rPr>
              <a:t>timeline 5</a:t>
            </a:r>
            <a:endParaRPr sz="2400">
              <a:solidFill>
                <a:srgbClr val="FFFFFF"/>
              </a:solidFill>
              <a:latin typeface="Source Sans 3"/>
              <a:ea typeface="Source Sans 3"/>
              <a:cs typeface="Source Sans 3"/>
              <a:sym typeface="Source Sans 3"/>
            </a:endParaRPr>
          </a:p>
        </p:txBody>
      </p:sp>
      <p:sp>
        <p:nvSpPr>
          <p:cNvPr id="150" name="Google Shape;150;p7"/>
          <p:cNvSpPr/>
          <p:nvPr/>
        </p:nvSpPr>
        <p:spPr>
          <a:xfrm>
            <a:off x="3389656" y="5119786"/>
            <a:ext cx="11602800" cy="67200"/>
          </a:xfrm>
          <a:prstGeom prst="roundRect">
            <a:avLst>
              <a:gd name="adj" fmla="val 16667"/>
            </a:avLst>
          </a:prstGeom>
          <a:gradFill>
            <a:gsLst>
              <a:gs pos="0">
                <a:srgbClr val="9FC7E5"/>
              </a:gs>
              <a:gs pos="100000">
                <a:srgbClr val="4089C2"/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</p:spPr>
        <p:txBody>
          <a:bodyPr spcFirstLastPara="1" wrap="square" lIns="182850" tIns="182850" rIns="182850" bIns="182850" anchor="ctr" anchorCtr="0">
            <a:noAutofit/>
          </a:bodyPr>
          <a:lstStyle/>
          <a:p>
            <a:pPr>
              <a:buClr>
                <a:srgbClr val="000000"/>
              </a:buClr>
              <a:buSzPts val="1400"/>
            </a:pPr>
            <a:endParaRPr sz="28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1" name="Google Shape;151;p7"/>
          <p:cNvSpPr/>
          <p:nvPr/>
        </p:nvSpPr>
        <p:spPr>
          <a:xfrm>
            <a:off x="3295550" y="5048700"/>
            <a:ext cx="189600" cy="189600"/>
          </a:xfrm>
          <a:prstGeom prst="ellipse">
            <a:avLst/>
          </a:prstGeom>
          <a:solidFill>
            <a:schemeClr val="dk2"/>
          </a:solidFill>
          <a:ln>
            <a:noFill/>
          </a:ln>
        </p:spPr>
        <p:txBody>
          <a:bodyPr spcFirstLastPara="1" wrap="square" lIns="182850" tIns="182850" rIns="182850" bIns="182850" anchor="ctr" anchorCtr="0">
            <a:noAutofit/>
          </a:bodyPr>
          <a:lstStyle/>
          <a:p>
            <a:pPr>
              <a:buClr>
                <a:srgbClr val="000000"/>
              </a:buClr>
              <a:buSzPts val="1400"/>
            </a:pPr>
            <a:endParaRPr sz="28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2" name="Google Shape;152;p7"/>
          <p:cNvSpPr/>
          <p:nvPr/>
        </p:nvSpPr>
        <p:spPr>
          <a:xfrm>
            <a:off x="14802850" y="5048700"/>
            <a:ext cx="189600" cy="189600"/>
          </a:xfrm>
          <a:prstGeom prst="ellipse">
            <a:avLst/>
          </a:prstGeom>
          <a:solidFill>
            <a:schemeClr val="dk2"/>
          </a:solidFill>
          <a:ln>
            <a:noFill/>
          </a:ln>
        </p:spPr>
        <p:txBody>
          <a:bodyPr spcFirstLastPara="1" wrap="square" lIns="182850" tIns="182850" rIns="182850" bIns="182850" anchor="ctr" anchorCtr="0">
            <a:noAutofit/>
          </a:bodyPr>
          <a:lstStyle/>
          <a:p>
            <a:pPr>
              <a:buClr>
                <a:srgbClr val="000000"/>
              </a:buClr>
              <a:buSzPts val="1400"/>
            </a:pPr>
            <a:endParaRPr sz="28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3" name="Google Shape;153;p7"/>
          <p:cNvSpPr/>
          <p:nvPr/>
        </p:nvSpPr>
        <p:spPr>
          <a:xfrm>
            <a:off x="11926024" y="5048700"/>
            <a:ext cx="189600" cy="189600"/>
          </a:xfrm>
          <a:prstGeom prst="ellipse">
            <a:avLst/>
          </a:prstGeom>
          <a:solidFill>
            <a:schemeClr val="dk2"/>
          </a:solidFill>
          <a:ln>
            <a:noFill/>
          </a:ln>
        </p:spPr>
        <p:txBody>
          <a:bodyPr spcFirstLastPara="1" wrap="square" lIns="182850" tIns="182850" rIns="182850" bIns="182850" anchor="ctr" anchorCtr="0">
            <a:noAutofit/>
          </a:bodyPr>
          <a:lstStyle/>
          <a:p>
            <a:pPr>
              <a:buClr>
                <a:srgbClr val="000000"/>
              </a:buClr>
              <a:buSzPts val="1400"/>
            </a:pPr>
            <a:endParaRPr sz="28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4" name="Google Shape;154;p7"/>
          <p:cNvSpPr/>
          <p:nvPr/>
        </p:nvSpPr>
        <p:spPr>
          <a:xfrm>
            <a:off x="9049200" y="5048700"/>
            <a:ext cx="189600" cy="189600"/>
          </a:xfrm>
          <a:prstGeom prst="ellipse">
            <a:avLst/>
          </a:prstGeom>
          <a:solidFill>
            <a:schemeClr val="dk2"/>
          </a:solidFill>
          <a:ln>
            <a:noFill/>
          </a:ln>
        </p:spPr>
        <p:txBody>
          <a:bodyPr spcFirstLastPara="1" wrap="square" lIns="182850" tIns="182850" rIns="182850" bIns="182850" anchor="ctr" anchorCtr="0">
            <a:noAutofit/>
          </a:bodyPr>
          <a:lstStyle/>
          <a:p>
            <a:pPr>
              <a:buClr>
                <a:srgbClr val="000000"/>
              </a:buClr>
              <a:buSzPts val="1400"/>
            </a:pPr>
            <a:endParaRPr sz="28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5" name="Google Shape;155;p7"/>
          <p:cNvSpPr/>
          <p:nvPr/>
        </p:nvSpPr>
        <p:spPr>
          <a:xfrm>
            <a:off x="6172374" y="5048700"/>
            <a:ext cx="189600" cy="189600"/>
          </a:xfrm>
          <a:prstGeom prst="ellipse">
            <a:avLst/>
          </a:prstGeom>
          <a:solidFill>
            <a:schemeClr val="dk2"/>
          </a:solidFill>
          <a:ln>
            <a:noFill/>
          </a:ln>
        </p:spPr>
        <p:txBody>
          <a:bodyPr spcFirstLastPara="1" wrap="square" lIns="182850" tIns="182850" rIns="182850" bIns="182850" anchor="ctr" anchorCtr="0">
            <a:noAutofit/>
          </a:bodyPr>
          <a:lstStyle/>
          <a:p>
            <a:pPr>
              <a:buClr>
                <a:srgbClr val="000000"/>
              </a:buClr>
              <a:buSzPts val="1400"/>
            </a:pPr>
            <a:endParaRPr sz="28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6" name="Google Shape;156;p7"/>
          <p:cNvSpPr txBox="1">
            <a:spLocks noGrp="1"/>
          </p:cNvSpPr>
          <p:nvPr>
            <p:ph type="subTitle" idx="1"/>
          </p:nvPr>
        </p:nvSpPr>
        <p:spPr>
          <a:xfrm>
            <a:off x="1079982" y="970800"/>
            <a:ext cx="4921800" cy="556800"/>
          </a:xfrm>
          <a:prstGeom prst="rect">
            <a:avLst/>
          </a:prstGeom>
          <a:noFill/>
          <a:ln>
            <a:noFill/>
          </a:ln>
        </p:spPr>
        <p:txBody>
          <a:bodyPr spcFirstLastPara="1" vert="horz" wrap="square" lIns="182850" tIns="182850" rIns="182850" bIns="182850" rtlCol="0" anchor="t" anchorCtr="0">
            <a:noAutofit/>
          </a:bodyPr>
          <a:lstStyle/>
          <a:p>
            <a:pPr marL="0" indent="0"/>
            <a:r>
              <a:rPr lang="pt-BR"/>
              <a:t>SLIDES EXEMPLO</a:t>
            </a:r>
            <a:endParaRPr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1" name="Google Shape;161;p8"/>
          <p:cNvSpPr txBox="1">
            <a:spLocks noGrp="1"/>
          </p:cNvSpPr>
          <p:nvPr>
            <p:ph type="subTitle" idx="1"/>
          </p:nvPr>
        </p:nvSpPr>
        <p:spPr>
          <a:xfrm>
            <a:off x="1079982" y="970800"/>
            <a:ext cx="4921800" cy="556800"/>
          </a:xfrm>
          <a:prstGeom prst="rect">
            <a:avLst/>
          </a:prstGeom>
          <a:noFill/>
          <a:ln>
            <a:noFill/>
          </a:ln>
        </p:spPr>
        <p:txBody>
          <a:bodyPr spcFirstLastPara="1" vert="horz" wrap="square" lIns="182850" tIns="182850" rIns="182850" bIns="182850" rtlCol="0" anchor="t" anchorCtr="0">
            <a:noAutofit/>
          </a:bodyPr>
          <a:lstStyle/>
          <a:p>
            <a:pPr marL="0" indent="0"/>
            <a:r>
              <a:rPr lang="pt-BR" dirty="0"/>
              <a:t>SLIDES EXEMPLO</a:t>
            </a:r>
            <a:endParaRPr dirty="0"/>
          </a:p>
        </p:txBody>
      </p:sp>
      <p:sp>
        <p:nvSpPr>
          <p:cNvPr id="162" name="Google Shape;162;p8"/>
          <p:cNvSpPr txBox="1"/>
          <p:nvPr/>
        </p:nvSpPr>
        <p:spPr>
          <a:xfrm>
            <a:off x="3295554" y="5164881"/>
            <a:ext cx="2891400" cy="79400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82850" rIns="182850" bIns="182850" anchor="t" anchorCtr="0">
            <a:spAutoFit/>
          </a:bodyPr>
          <a:lstStyle/>
          <a:p>
            <a:pPr marR="1210310">
              <a:lnSpc>
                <a:spcPct val="115000"/>
              </a:lnSpc>
              <a:buClr>
                <a:srgbClr val="000000"/>
              </a:buClr>
              <a:buSzPts val="1200"/>
            </a:pPr>
            <a:r>
              <a:rPr lang="pt-BR" sz="2400" dirty="0" err="1">
                <a:solidFill>
                  <a:schemeClr val="lt1"/>
                </a:solidFill>
                <a:latin typeface="Source Sans 3"/>
                <a:ea typeface="Source Sans 3"/>
                <a:cs typeface="Source Sans 3"/>
                <a:sym typeface="Source Sans 3"/>
              </a:rPr>
              <a:t>timeline</a:t>
            </a:r>
            <a:r>
              <a:rPr lang="pt-BR" sz="2400" dirty="0">
                <a:solidFill>
                  <a:schemeClr val="lt1"/>
                </a:solidFill>
                <a:latin typeface="Source Sans 3"/>
                <a:ea typeface="Source Sans 3"/>
                <a:cs typeface="Source Sans 3"/>
                <a:sym typeface="Source Sans 3"/>
              </a:rPr>
              <a:t> 1</a:t>
            </a:r>
            <a:endParaRPr sz="2400" dirty="0">
              <a:solidFill>
                <a:schemeClr val="lt1"/>
              </a:solidFill>
              <a:latin typeface="Source Sans 3"/>
              <a:ea typeface="Source Sans 3"/>
              <a:cs typeface="Source Sans 3"/>
              <a:sym typeface="Source Sans 3"/>
            </a:endParaRPr>
          </a:p>
        </p:txBody>
      </p:sp>
      <p:sp>
        <p:nvSpPr>
          <p:cNvPr id="163" name="Google Shape;163;p8"/>
          <p:cNvSpPr txBox="1"/>
          <p:nvPr/>
        </p:nvSpPr>
        <p:spPr>
          <a:xfrm>
            <a:off x="6199238" y="5164881"/>
            <a:ext cx="2862000" cy="79400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82850" rIns="182850" bIns="182850" anchor="t" anchorCtr="0">
            <a:spAutoFit/>
          </a:bodyPr>
          <a:lstStyle/>
          <a:p>
            <a:pPr marR="1210310">
              <a:lnSpc>
                <a:spcPct val="115000"/>
              </a:lnSpc>
              <a:buClr>
                <a:srgbClr val="000000"/>
              </a:buClr>
              <a:buSzPts val="1200"/>
            </a:pPr>
            <a:r>
              <a:rPr lang="pt-BR" sz="2400">
                <a:solidFill>
                  <a:schemeClr val="lt1"/>
                </a:solidFill>
                <a:latin typeface="Source Sans 3"/>
                <a:ea typeface="Source Sans 3"/>
                <a:cs typeface="Source Sans 3"/>
                <a:sym typeface="Source Sans 3"/>
              </a:rPr>
              <a:t>timeline 2</a:t>
            </a:r>
            <a:endParaRPr sz="2400">
              <a:solidFill>
                <a:schemeClr val="lt1"/>
              </a:solidFill>
              <a:latin typeface="Source Sans 3"/>
              <a:ea typeface="Source Sans 3"/>
              <a:cs typeface="Source Sans 3"/>
              <a:sym typeface="Source Sans 3"/>
            </a:endParaRPr>
          </a:p>
        </p:txBody>
      </p:sp>
      <p:sp>
        <p:nvSpPr>
          <p:cNvPr id="164" name="Google Shape;164;p8"/>
          <p:cNvSpPr txBox="1"/>
          <p:nvPr/>
        </p:nvSpPr>
        <p:spPr>
          <a:xfrm>
            <a:off x="9073430" y="5164881"/>
            <a:ext cx="2891400" cy="79400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82850" rIns="182850" bIns="182850" anchor="t" anchorCtr="0">
            <a:spAutoFit/>
          </a:bodyPr>
          <a:lstStyle/>
          <a:p>
            <a:pPr marR="1210310">
              <a:lnSpc>
                <a:spcPct val="115000"/>
              </a:lnSpc>
              <a:buClr>
                <a:srgbClr val="000000"/>
              </a:buClr>
              <a:buSzPts val="1200"/>
            </a:pPr>
            <a:r>
              <a:rPr lang="pt-BR" sz="2400">
                <a:solidFill>
                  <a:schemeClr val="lt1"/>
                </a:solidFill>
                <a:latin typeface="Source Sans 3"/>
                <a:ea typeface="Source Sans 3"/>
                <a:cs typeface="Source Sans 3"/>
                <a:sym typeface="Source Sans 3"/>
              </a:rPr>
              <a:t>timeline 3</a:t>
            </a:r>
            <a:endParaRPr sz="2400">
              <a:solidFill>
                <a:schemeClr val="lt1"/>
              </a:solidFill>
              <a:latin typeface="Source Sans 3"/>
              <a:ea typeface="Source Sans 3"/>
              <a:cs typeface="Source Sans 3"/>
              <a:sym typeface="Source Sans 3"/>
            </a:endParaRPr>
          </a:p>
        </p:txBody>
      </p:sp>
      <p:sp>
        <p:nvSpPr>
          <p:cNvPr id="165" name="Google Shape;165;p8"/>
          <p:cNvSpPr txBox="1"/>
          <p:nvPr/>
        </p:nvSpPr>
        <p:spPr>
          <a:xfrm>
            <a:off x="11926004" y="5164881"/>
            <a:ext cx="2891400" cy="79400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82850" rIns="182850" bIns="182850" anchor="t" anchorCtr="0">
            <a:spAutoFit/>
          </a:bodyPr>
          <a:lstStyle/>
          <a:p>
            <a:pPr marR="1210310">
              <a:lnSpc>
                <a:spcPct val="115000"/>
              </a:lnSpc>
              <a:buClr>
                <a:srgbClr val="000000"/>
              </a:buClr>
              <a:buSzPts val="1200"/>
            </a:pPr>
            <a:r>
              <a:rPr lang="pt-BR" sz="2400">
                <a:solidFill>
                  <a:schemeClr val="lt1"/>
                </a:solidFill>
                <a:latin typeface="Source Sans 3"/>
                <a:ea typeface="Source Sans 3"/>
                <a:cs typeface="Source Sans 3"/>
                <a:sym typeface="Source Sans 3"/>
              </a:rPr>
              <a:t>timeline 4</a:t>
            </a:r>
            <a:endParaRPr sz="2400">
              <a:solidFill>
                <a:schemeClr val="lt1"/>
              </a:solidFill>
              <a:latin typeface="Source Sans 3"/>
              <a:ea typeface="Source Sans 3"/>
              <a:cs typeface="Source Sans 3"/>
              <a:sym typeface="Source Sans 3"/>
            </a:endParaRPr>
          </a:p>
        </p:txBody>
      </p:sp>
      <p:sp>
        <p:nvSpPr>
          <p:cNvPr id="166" name="Google Shape;166;p8"/>
          <p:cNvSpPr txBox="1"/>
          <p:nvPr/>
        </p:nvSpPr>
        <p:spPr>
          <a:xfrm>
            <a:off x="14802550" y="5164880"/>
            <a:ext cx="3446400" cy="79400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82850" rIns="182850" bIns="182850" anchor="t" anchorCtr="0">
            <a:spAutoFit/>
          </a:bodyPr>
          <a:lstStyle/>
          <a:p>
            <a:pPr marR="1210310">
              <a:lnSpc>
                <a:spcPct val="115000"/>
              </a:lnSpc>
              <a:buClr>
                <a:srgbClr val="000000"/>
              </a:buClr>
              <a:buSzPts val="1200"/>
            </a:pPr>
            <a:r>
              <a:rPr lang="pt-BR" sz="2400">
                <a:solidFill>
                  <a:schemeClr val="lt1"/>
                </a:solidFill>
                <a:latin typeface="Source Sans 3"/>
                <a:ea typeface="Source Sans 3"/>
                <a:cs typeface="Source Sans 3"/>
                <a:sym typeface="Source Sans 3"/>
              </a:rPr>
              <a:t>timeline 5</a:t>
            </a:r>
            <a:endParaRPr sz="2400">
              <a:solidFill>
                <a:schemeClr val="lt1"/>
              </a:solidFill>
              <a:latin typeface="Source Sans 3"/>
              <a:ea typeface="Source Sans 3"/>
              <a:cs typeface="Source Sans 3"/>
              <a:sym typeface="Source Sans 3"/>
            </a:endParaRPr>
          </a:p>
        </p:txBody>
      </p:sp>
      <p:sp>
        <p:nvSpPr>
          <p:cNvPr id="167" name="Google Shape;167;p8"/>
          <p:cNvSpPr/>
          <p:nvPr/>
        </p:nvSpPr>
        <p:spPr>
          <a:xfrm>
            <a:off x="3389656" y="5119786"/>
            <a:ext cx="11602800" cy="67200"/>
          </a:xfrm>
          <a:prstGeom prst="roundRect">
            <a:avLst>
              <a:gd name="adj" fmla="val 16667"/>
            </a:avLst>
          </a:prstGeom>
          <a:gradFill>
            <a:gsLst>
              <a:gs pos="0">
                <a:srgbClr val="9FC7E5"/>
              </a:gs>
              <a:gs pos="100000">
                <a:srgbClr val="4089C2"/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</p:spPr>
        <p:txBody>
          <a:bodyPr spcFirstLastPara="1" wrap="square" lIns="182850" tIns="182850" rIns="182850" bIns="182850" anchor="ctr" anchorCtr="0">
            <a:noAutofit/>
          </a:bodyPr>
          <a:lstStyle/>
          <a:p>
            <a:pPr>
              <a:buClr>
                <a:srgbClr val="000000"/>
              </a:buClr>
              <a:buSzPts val="1400"/>
            </a:pPr>
            <a:endParaRPr sz="28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8" name="Google Shape;168;p8"/>
          <p:cNvSpPr/>
          <p:nvPr/>
        </p:nvSpPr>
        <p:spPr>
          <a:xfrm>
            <a:off x="3295550" y="5048700"/>
            <a:ext cx="189600" cy="189600"/>
          </a:xfrm>
          <a:prstGeom prst="ellipse">
            <a:avLst/>
          </a:prstGeom>
          <a:solidFill>
            <a:schemeClr val="dk2"/>
          </a:solidFill>
          <a:ln>
            <a:noFill/>
          </a:ln>
        </p:spPr>
        <p:txBody>
          <a:bodyPr spcFirstLastPara="1" wrap="square" lIns="182850" tIns="182850" rIns="182850" bIns="182850" anchor="ctr" anchorCtr="0">
            <a:noAutofit/>
          </a:bodyPr>
          <a:lstStyle/>
          <a:p>
            <a:pPr>
              <a:buClr>
                <a:srgbClr val="000000"/>
              </a:buClr>
              <a:buSzPts val="1400"/>
            </a:pPr>
            <a:endParaRPr sz="28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9" name="Google Shape;169;p8"/>
          <p:cNvSpPr/>
          <p:nvPr/>
        </p:nvSpPr>
        <p:spPr>
          <a:xfrm>
            <a:off x="14802850" y="5048700"/>
            <a:ext cx="189600" cy="189600"/>
          </a:xfrm>
          <a:prstGeom prst="ellipse">
            <a:avLst/>
          </a:prstGeom>
          <a:solidFill>
            <a:schemeClr val="dk2"/>
          </a:solidFill>
          <a:ln>
            <a:noFill/>
          </a:ln>
        </p:spPr>
        <p:txBody>
          <a:bodyPr spcFirstLastPara="1" wrap="square" lIns="182850" tIns="182850" rIns="182850" bIns="182850" anchor="ctr" anchorCtr="0">
            <a:noAutofit/>
          </a:bodyPr>
          <a:lstStyle/>
          <a:p>
            <a:pPr>
              <a:buClr>
                <a:srgbClr val="000000"/>
              </a:buClr>
              <a:buSzPts val="1400"/>
            </a:pPr>
            <a:endParaRPr sz="28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0" name="Google Shape;170;p8"/>
          <p:cNvSpPr/>
          <p:nvPr/>
        </p:nvSpPr>
        <p:spPr>
          <a:xfrm>
            <a:off x="11926024" y="5048700"/>
            <a:ext cx="189600" cy="189600"/>
          </a:xfrm>
          <a:prstGeom prst="ellipse">
            <a:avLst/>
          </a:prstGeom>
          <a:solidFill>
            <a:schemeClr val="dk2"/>
          </a:solidFill>
          <a:ln>
            <a:noFill/>
          </a:ln>
        </p:spPr>
        <p:txBody>
          <a:bodyPr spcFirstLastPara="1" wrap="square" lIns="182850" tIns="182850" rIns="182850" bIns="182850" anchor="ctr" anchorCtr="0">
            <a:noAutofit/>
          </a:bodyPr>
          <a:lstStyle/>
          <a:p>
            <a:pPr>
              <a:buClr>
                <a:srgbClr val="000000"/>
              </a:buClr>
              <a:buSzPts val="1400"/>
            </a:pPr>
            <a:endParaRPr sz="28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1" name="Google Shape;171;p8"/>
          <p:cNvSpPr/>
          <p:nvPr/>
        </p:nvSpPr>
        <p:spPr>
          <a:xfrm>
            <a:off x="9049200" y="5048700"/>
            <a:ext cx="189600" cy="189600"/>
          </a:xfrm>
          <a:prstGeom prst="ellipse">
            <a:avLst/>
          </a:prstGeom>
          <a:solidFill>
            <a:schemeClr val="dk2"/>
          </a:solidFill>
          <a:ln>
            <a:noFill/>
          </a:ln>
        </p:spPr>
        <p:txBody>
          <a:bodyPr spcFirstLastPara="1" wrap="square" lIns="182850" tIns="182850" rIns="182850" bIns="182850" anchor="ctr" anchorCtr="0">
            <a:noAutofit/>
          </a:bodyPr>
          <a:lstStyle/>
          <a:p>
            <a:pPr>
              <a:buClr>
                <a:srgbClr val="000000"/>
              </a:buClr>
              <a:buSzPts val="1400"/>
            </a:pPr>
            <a:endParaRPr sz="28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2" name="Google Shape;172;p8"/>
          <p:cNvSpPr/>
          <p:nvPr/>
        </p:nvSpPr>
        <p:spPr>
          <a:xfrm>
            <a:off x="6172374" y="5048700"/>
            <a:ext cx="189600" cy="189600"/>
          </a:xfrm>
          <a:prstGeom prst="ellipse">
            <a:avLst/>
          </a:prstGeom>
          <a:solidFill>
            <a:schemeClr val="dk2"/>
          </a:solidFill>
          <a:ln>
            <a:noFill/>
          </a:ln>
        </p:spPr>
        <p:txBody>
          <a:bodyPr spcFirstLastPara="1" wrap="square" lIns="182850" tIns="182850" rIns="182850" bIns="182850" anchor="ctr" anchorCtr="0">
            <a:noAutofit/>
          </a:bodyPr>
          <a:lstStyle/>
          <a:p>
            <a:pPr>
              <a:buClr>
                <a:srgbClr val="000000"/>
              </a:buClr>
              <a:buSzPts val="1400"/>
            </a:pPr>
            <a:endParaRPr sz="28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" name="TextBox 11">
            <a:extLst>
              <a:ext uri="{FF2B5EF4-FFF2-40B4-BE49-F238E27FC236}">
                <a16:creationId xmlns:a16="http://schemas.microsoft.com/office/drawing/2014/main" id="{8D13C35D-6970-2978-4800-93E78B9DE215}"/>
              </a:ext>
            </a:extLst>
          </p:cNvPr>
          <p:cNvSpPr txBox="1"/>
          <p:nvPr/>
        </p:nvSpPr>
        <p:spPr>
          <a:xfrm>
            <a:off x="3295555" y="5208680"/>
            <a:ext cx="2799979" cy="60337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311"/>
              </a:lnSpc>
            </a:pPr>
            <a:r>
              <a:rPr lang="en-US" sz="2400" dirty="0">
                <a:solidFill>
                  <a:srgbClr val="161634"/>
                </a:solidFill>
                <a:latin typeface="Source Sans 3"/>
                <a:ea typeface="Source Sans 3"/>
                <a:cs typeface="Source Sans 3"/>
                <a:sym typeface="Source Sans 3"/>
              </a:rPr>
              <a:t>timeline 1</a:t>
            </a:r>
          </a:p>
        </p:txBody>
      </p:sp>
      <p:sp>
        <p:nvSpPr>
          <p:cNvPr id="3" name="TextBox 12">
            <a:extLst>
              <a:ext uri="{FF2B5EF4-FFF2-40B4-BE49-F238E27FC236}">
                <a16:creationId xmlns:a16="http://schemas.microsoft.com/office/drawing/2014/main" id="{5C5DD82E-CA9F-6A10-6D6F-3354C8A8E9C6}"/>
              </a:ext>
            </a:extLst>
          </p:cNvPr>
          <p:cNvSpPr txBox="1"/>
          <p:nvPr/>
        </p:nvSpPr>
        <p:spPr>
          <a:xfrm>
            <a:off x="6199241" y="5208680"/>
            <a:ext cx="2770575" cy="60337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311"/>
              </a:lnSpc>
            </a:pPr>
            <a:r>
              <a:rPr lang="en-US" sz="2400" dirty="0">
                <a:solidFill>
                  <a:srgbClr val="161634"/>
                </a:solidFill>
                <a:latin typeface="Source Sans 3"/>
                <a:ea typeface="Source Sans 3"/>
                <a:cs typeface="Source Sans 3"/>
                <a:sym typeface="Source Sans 3"/>
              </a:rPr>
              <a:t>timeline 2</a:t>
            </a:r>
          </a:p>
        </p:txBody>
      </p:sp>
      <p:sp>
        <p:nvSpPr>
          <p:cNvPr id="4" name="TextBox 13">
            <a:extLst>
              <a:ext uri="{FF2B5EF4-FFF2-40B4-BE49-F238E27FC236}">
                <a16:creationId xmlns:a16="http://schemas.microsoft.com/office/drawing/2014/main" id="{11D33F37-3E7B-726A-E7B6-EE47BD90B936}"/>
              </a:ext>
            </a:extLst>
          </p:cNvPr>
          <p:cNvSpPr txBox="1"/>
          <p:nvPr/>
        </p:nvSpPr>
        <p:spPr>
          <a:xfrm>
            <a:off x="9073429" y="5208680"/>
            <a:ext cx="2799979" cy="60337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311"/>
              </a:lnSpc>
            </a:pPr>
            <a:r>
              <a:rPr lang="en-US" sz="2400">
                <a:solidFill>
                  <a:srgbClr val="161634"/>
                </a:solidFill>
                <a:latin typeface="Source Sans 3"/>
                <a:ea typeface="Source Sans 3"/>
                <a:cs typeface="Source Sans 3"/>
                <a:sym typeface="Source Sans 3"/>
              </a:rPr>
              <a:t>timeline 3</a:t>
            </a:r>
          </a:p>
        </p:txBody>
      </p:sp>
      <p:sp>
        <p:nvSpPr>
          <p:cNvPr id="5" name="TextBox 14">
            <a:extLst>
              <a:ext uri="{FF2B5EF4-FFF2-40B4-BE49-F238E27FC236}">
                <a16:creationId xmlns:a16="http://schemas.microsoft.com/office/drawing/2014/main" id="{9A64B22F-6AFB-F92A-7D28-F9FA85027FA5}"/>
              </a:ext>
            </a:extLst>
          </p:cNvPr>
          <p:cNvSpPr txBox="1"/>
          <p:nvPr/>
        </p:nvSpPr>
        <p:spPr>
          <a:xfrm>
            <a:off x="11926005" y="5208680"/>
            <a:ext cx="2799979" cy="60337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311"/>
              </a:lnSpc>
            </a:pPr>
            <a:r>
              <a:rPr lang="en-US" sz="2400">
                <a:solidFill>
                  <a:srgbClr val="161634"/>
                </a:solidFill>
                <a:latin typeface="Source Sans 3"/>
                <a:ea typeface="Source Sans 3"/>
                <a:cs typeface="Source Sans 3"/>
                <a:sym typeface="Source Sans 3"/>
              </a:rPr>
              <a:t>timeline 4</a:t>
            </a:r>
          </a:p>
        </p:txBody>
      </p:sp>
      <p:sp>
        <p:nvSpPr>
          <p:cNvPr id="6" name="TextBox 15">
            <a:extLst>
              <a:ext uri="{FF2B5EF4-FFF2-40B4-BE49-F238E27FC236}">
                <a16:creationId xmlns:a16="http://schemas.microsoft.com/office/drawing/2014/main" id="{A980F498-9FF2-D0E9-1A12-98066E679BC0}"/>
              </a:ext>
            </a:extLst>
          </p:cNvPr>
          <p:cNvSpPr txBox="1"/>
          <p:nvPr/>
        </p:nvSpPr>
        <p:spPr>
          <a:xfrm>
            <a:off x="14802545" y="5208680"/>
            <a:ext cx="3354972" cy="60337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311"/>
              </a:lnSpc>
            </a:pPr>
            <a:r>
              <a:rPr lang="en-US" sz="2400">
                <a:solidFill>
                  <a:srgbClr val="161634"/>
                </a:solidFill>
                <a:latin typeface="Source Sans 3"/>
                <a:ea typeface="Source Sans 3"/>
                <a:cs typeface="Source Sans 3"/>
                <a:sym typeface="Source Sans 3"/>
              </a:rPr>
              <a:t>timeline 5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  <p:txBody>
          <a:bodyPr/>
          <a:lstStyle/>
          <a:p>
            <a:endParaRPr lang="pt-BR"/>
          </a:p>
        </p:txBody>
      </p:sp>
      <p:grpSp>
        <p:nvGrpSpPr>
          <p:cNvPr id="3" name="Group 3"/>
          <p:cNvGrpSpPr/>
          <p:nvPr/>
        </p:nvGrpSpPr>
        <p:grpSpPr>
          <a:xfrm>
            <a:off x="1079983" y="8915009"/>
            <a:ext cx="1333605" cy="401183"/>
            <a:chOff x="0" y="0"/>
            <a:chExt cx="1778140" cy="534911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1778127" cy="534924"/>
            </a:xfrm>
            <a:custGeom>
              <a:avLst/>
              <a:gdLst/>
              <a:ahLst/>
              <a:cxnLst/>
              <a:rect l="l" t="t" r="r" b="b"/>
              <a:pathLst>
                <a:path w="1778127" h="534924">
                  <a:moveTo>
                    <a:pt x="0" y="0"/>
                  </a:moveTo>
                  <a:lnTo>
                    <a:pt x="1778127" y="0"/>
                  </a:lnTo>
                  <a:lnTo>
                    <a:pt x="1778127" y="534924"/>
                  </a:lnTo>
                  <a:lnTo>
                    <a:pt x="0" y="53492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b="2"/>
              </a:stretch>
            </a:blipFill>
          </p:spPr>
          <p:txBody>
            <a:bodyPr/>
            <a:lstStyle/>
            <a:p>
              <a:endParaRPr lang="pt-BR"/>
            </a:p>
          </p:txBody>
        </p:sp>
      </p:grpSp>
      <p:sp>
        <p:nvSpPr>
          <p:cNvPr id="5" name="Freeform 5"/>
          <p:cNvSpPr/>
          <p:nvPr/>
        </p:nvSpPr>
        <p:spPr>
          <a:xfrm>
            <a:off x="3192275" y="4492323"/>
            <a:ext cx="11903450" cy="1102652"/>
          </a:xfrm>
          <a:custGeom>
            <a:avLst/>
            <a:gdLst/>
            <a:ahLst/>
            <a:cxnLst/>
            <a:rect l="l" t="t" r="r" b="b"/>
            <a:pathLst>
              <a:path w="11903450" h="1102652">
                <a:moveTo>
                  <a:pt x="0" y="0"/>
                </a:moveTo>
                <a:lnTo>
                  <a:pt x="11903450" y="0"/>
                </a:lnTo>
                <a:lnTo>
                  <a:pt x="11903450" y="1102652"/>
                </a:lnTo>
                <a:lnTo>
                  <a:pt x="0" y="1102652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pt-BR" dirty="0"/>
          </a:p>
        </p:txBody>
      </p:sp>
      <p:sp>
        <p:nvSpPr>
          <p:cNvPr id="6" name="TextBox 6"/>
          <p:cNvSpPr txBox="1"/>
          <p:nvPr/>
        </p:nvSpPr>
        <p:spPr>
          <a:xfrm>
            <a:off x="2022348" y="5415448"/>
            <a:ext cx="2424598" cy="36959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879"/>
              </a:lnSpc>
            </a:pPr>
            <a:r>
              <a:rPr lang="en-US" sz="2400" dirty="0">
                <a:solidFill>
                  <a:srgbClr val="FFFFFF"/>
                </a:solidFill>
                <a:latin typeface="Source Sans 3"/>
                <a:ea typeface="Source Sans 3"/>
                <a:cs typeface="Source Sans 3"/>
                <a:sym typeface="Source Sans 3"/>
              </a:rPr>
              <a:t>Briefing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15345985" y="4258075"/>
            <a:ext cx="2424598" cy="36959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879"/>
              </a:lnSpc>
            </a:pPr>
            <a:r>
              <a:rPr lang="en-US" sz="2400">
                <a:solidFill>
                  <a:srgbClr val="FFFFFF"/>
                </a:solidFill>
                <a:latin typeface="Source Sans 3"/>
                <a:ea typeface="Source Sans 3"/>
                <a:cs typeface="Source Sans 3"/>
                <a:sym typeface="Source Sans 3"/>
              </a:rPr>
              <a:t>Estratégia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7323906" y="3014348"/>
            <a:ext cx="2424598" cy="36959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879"/>
              </a:lnSpc>
            </a:pPr>
            <a:r>
              <a:rPr lang="en-US" sz="2400" dirty="0" err="1">
                <a:solidFill>
                  <a:srgbClr val="FFFFFF"/>
                </a:solidFill>
                <a:latin typeface="Source Sans 3"/>
                <a:ea typeface="Source Sans 3"/>
                <a:cs typeface="Source Sans 3"/>
                <a:sym typeface="Source Sans 3"/>
              </a:rPr>
              <a:t>Objetivos</a:t>
            </a:r>
            <a:endParaRPr lang="en-US" sz="2400" dirty="0">
              <a:solidFill>
                <a:srgbClr val="FFFFFF"/>
              </a:solidFill>
              <a:latin typeface="Source Sans 3"/>
              <a:ea typeface="Source Sans 3"/>
              <a:cs typeface="Source Sans 3"/>
              <a:sym typeface="Source Sans 3"/>
            </a:endParaRPr>
          </a:p>
        </p:txBody>
      </p:sp>
      <p:sp>
        <p:nvSpPr>
          <p:cNvPr id="11" name="TextBox 11"/>
          <p:cNvSpPr txBox="1"/>
          <p:nvPr/>
        </p:nvSpPr>
        <p:spPr>
          <a:xfrm>
            <a:off x="10870740" y="6878060"/>
            <a:ext cx="2424598" cy="36959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879"/>
              </a:lnSpc>
            </a:pPr>
            <a:r>
              <a:rPr lang="en-US" sz="2400">
                <a:solidFill>
                  <a:srgbClr val="FFFFFF"/>
                </a:solidFill>
                <a:latin typeface="Source Sans 3"/>
                <a:ea typeface="Source Sans 3"/>
                <a:cs typeface="Source Sans 3"/>
                <a:sym typeface="Source Sans 3"/>
              </a:rPr>
              <a:t>Conceito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1171404" y="1052703"/>
            <a:ext cx="4738954" cy="38347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679"/>
              </a:lnSpc>
            </a:pPr>
            <a:r>
              <a:rPr lang="en-US" sz="1399">
                <a:solidFill>
                  <a:srgbClr val="A5A5A5"/>
                </a:solidFill>
                <a:latin typeface="Helvetica"/>
                <a:ea typeface="Helvetica"/>
                <a:cs typeface="Helvetica"/>
                <a:sym typeface="Helvetica"/>
              </a:rPr>
              <a:t>SLIDES EXEMPLO</a:t>
            </a:r>
          </a:p>
        </p:txBody>
      </p:sp>
      <p:grpSp>
        <p:nvGrpSpPr>
          <p:cNvPr id="13" name="Group 13"/>
          <p:cNvGrpSpPr/>
          <p:nvPr/>
        </p:nvGrpSpPr>
        <p:grpSpPr>
          <a:xfrm>
            <a:off x="14753596" y="4381300"/>
            <a:ext cx="332603" cy="332603"/>
            <a:chOff x="0" y="0"/>
            <a:chExt cx="443471" cy="443471"/>
          </a:xfrm>
        </p:grpSpPr>
        <p:sp>
          <p:nvSpPr>
            <p:cNvPr id="14" name="Freeform 14"/>
            <p:cNvSpPr/>
            <p:nvPr/>
          </p:nvSpPr>
          <p:spPr>
            <a:xfrm>
              <a:off x="0" y="0"/>
              <a:ext cx="443484" cy="443484"/>
            </a:xfrm>
            <a:custGeom>
              <a:avLst/>
              <a:gdLst/>
              <a:ahLst/>
              <a:cxnLst/>
              <a:rect l="l" t="t" r="r" b="b"/>
              <a:pathLst>
                <a:path w="443484" h="443484">
                  <a:moveTo>
                    <a:pt x="0" y="0"/>
                  </a:moveTo>
                  <a:lnTo>
                    <a:pt x="443484" y="0"/>
                  </a:lnTo>
                  <a:lnTo>
                    <a:pt x="443484" y="443484"/>
                  </a:lnTo>
                  <a:lnTo>
                    <a:pt x="0" y="44348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/>
              <a:stretch>
                <a:fillRect r="2" b="2"/>
              </a:stretch>
            </a:blipFill>
          </p:spPr>
          <p:txBody>
            <a:bodyPr/>
            <a:lstStyle/>
            <a:p>
              <a:endParaRPr lang="pt-BR"/>
            </a:p>
          </p:txBody>
        </p:sp>
      </p:grpSp>
      <p:cxnSp>
        <p:nvCxnSpPr>
          <p:cNvPr id="15" name="Google Shape;180;p9">
            <a:extLst>
              <a:ext uri="{FF2B5EF4-FFF2-40B4-BE49-F238E27FC236}">
                <a16:creationId xmlns:a16="http://schemas.microsoft.com/office/drawing/2014/main" id="{88D148F3-A1EE-9159-F1F0-57BABF1F6A16}"/>
              </a:ext>
            </a:extLst>
          </p:cNvPr>
          <p:cNvCxnSpPr>
            <a:cxnSpLocks/>
          </p:cNvCxnSpPr>
          <p:nvPr/>
        </p:nvCxnSpPr>
        <p:spPr>
          <a:xfrm flipV="1">
            <a:off x="7323906" y="3512220"/>
            <a:ext cx="0" cy="2082755"/>
          </a:xfrm>
          <a:prstGeom prst="straightConnector1">
            <a:avLst/>
          </a:prstGeom>
          <a:noFill/>
          <a:ln w="9525" cap="flat" cmpd="sng">
            <a:solidFill>
              <a:srgbClr val="6BA8D7"/>
            </a:solidFill>
            <a:prstDash val="dot"/>
            <a:round/>
            <a:headEnd type="oval" w="med" len="med"/>
            <a:tailEnd type="oval" w="med" len="med"/>
          </a:ln>
        </p:spPr>
      </p:cxnSp>
      <p:cxnSp>
        <p:nvCxnSpPr>
          <p:cNvPr id="18" name="Google Shape;180;p9">
            <a:extLst>
              <a:ext uri="{FF2B5EF4-FFF2-40B4-BE49-F238E27FC236}">
                <a16:creationId xmlns:a16="http://schemas.microsoft.com/office/drawing/2014/main" id="{6DE948B4-037D-3470-A025-BF058967DEFC}"/>
              </a:ext>
            </a:extLst>
          </p:cNvPr>
          <p:cNvCxnSpPr>
            <a:cxnSpLocks/>
          </p:cNvCxnSpPr>
          <p:nvPr/>
        </p:nvCxnSpPr>
        <p:spPr>
          <a:xfrm flipV="1">
            <a:off x="10905038" y="4627674"/>
            <a:ext cx="0" cy="2082755"/>
          </a:xfrm>
          <a:prstGeom prst="straightConnector1">
            <a:avLst/>
          </a:prstGeom>
          <a:noFill/>
          <a:ln w="9525" cap="flat" cmpd="sng">
            <a:solidFill>
              <a:srgbClr val="6BA8D7"/>
            </a:solidFill>
            <a:prstDash val="dot"/>
            <a:round/>
            <a:headEnd type="oval" w="med" len="med"/>
            <a:tailEnd type="oval" w="med" len="med"/>
          </a:ln>
        </p:spPr>
      </p:cxn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1079983" y="8977798"/>
            <a:ext cx="1125112" cy="338404"/>
            <a:chOff x="0" y="0"/>
            <a:chExt cx="1500149" cy="451206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1500124" cy="451231"/>
            </a:xfrm>
            <a:custGeom>
              <a:avLst/>
              <a:gdLst/>
              <a:ahLst/>
              <a:cxnLst/>
              <a:rect l="l" t="t" r="r" b="b"/>
              <a:pathLst>
                <a:path w="1500124" h="451231">
                  <a:moveTo>
                    <a:pt x="0" y="0"/>
                  </a:moveTo>
                  <a:lnTo>
                    <a:pt x="1500124" y="0"/>
                  </a:lnTo>
                  <a:lnTo>
                    <a:pt x="1500124" y="451231"/>
                  </a:lnTo>
                  <a:lnTo>
                    <a:pt x="0" y="45123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r="-1" b="2"/>
              </a:stretch>
            </a:blipFill>
          </p:spPr>
          <p:txBody>
            <a:bodyPr/>
            <a:lstStyle/>
            <a:p>
              <a:endParaRPr lang="pt-BR"/>
            </a:p>
          </p:txBody>
        </p:sp>
      </p:grpSp>
      <p:sp>
        <p:nvSpPr>
          <p:cNvPr id="4" name="TextBox 4"/>
          <p:cNvSpPr txBox="1"/>
          <p:nvPr/>
        </p:nvSpPr>
        <p:spPr>
          <a:xfrm>
            <a:off x="1171404" y="1052703"/>
            <a:ext cx="4738954" cy="38347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679"/>
              </a:lnSpc>
            </a:pPr>
            <a:r>
              <a:rPr lang="en-US" sz="1399">
                <a:solidFill>
                  <a:srgbClr val="CCCCCC"/>
                </a:solidFill>
                <a:latin typeface="Helvetica"/>
                <a:ea typeface="Helvetica"/>
                <a:cs typeface="Helvetica"/>
                <a:sym typeface="Helvetica"/>
              </a:rPr>
              <a:t>SLIDES EXEMPLO</a:t>
            </a:r>
          </a:p>
        </p:txBody>
      </p:sp>
      <p:sp>
        <p:nvSpPr>
          <p:cNvPr id="5" name="Freeform 5"/>
          <p:cNvSpPr/>
          <p:nvPr/>
        </p:nvSpPr>
        <p:spPr>
          <a:xfrm>
            <a:off x="3192275" y="4492323"/>
            <a:ext cx="11903450" cy="1102652"/>
          </a:xfrm>
          <a:custGeom>
            <a:avLst/>
            <a:gdLst/>
            <a:ahLst/>
            <a:cxnLst/>
            <a:rect l="l" t="t" r="r" b="b"/>
            <a:pathLst>
              <a:path w="11903450" h="1102652">
                <a:moveTo>
                  <a:pt x="0" y="0"/>
                </a:moveTo>
                <a:lnTo>
                  <a:pt x="11903450" y="0"/>
                </a:lnTo>
                <a:lnTo>
                  <a:pt x="11903450" y="1102652"/>
                </a:lnTo>
                <a:lnTo>
                  <a:pt x="0" y="1102652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pt-BR"/>
          </a:p>
        </p:txBody>
      </p:sp>
      <p:sp>
        <p:nvSpPr>
          <p:cNvPr id="6" name="TextBox 6"/>
          <p:cNvSpPr txBox="1"/>
          <p:nvPr/>
        </p:nvSpPr>
        <p:spPr>
          <a:xfrm>
            <a:off x="2022348" y="5415448"/>
            <a:ext cx="2424598" cy="36959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879"/>
              </a:lnSpc>
            </a:pPr>
            <a:r>
              <a:rPr lang="en-US" sz="2400">
                <a:solidFill>
                  <a:srgbClr val="161634"/>
                </a:solidFill>
                <a:latin typeface="Source Sans 3"/>
                <a:ea typeface="Source Sans 3"/>
                <a:cs typeface="Source Sans 3"/>
                <a:sym typeface="Source Sans 3"/>
              </a:rPr>
              <a:t>Briefing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15345985" y="4258075"/>
            <a:ext cx="2424598" cy="36959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879"/>
              </a:lnSpc>
            </a:pPr>
            <a:r>
              <a:rPr lang="en-US" sz="2400">
                <a:solidFill>
                  <a:srgbClr val="161634"/>
                </a:solidFill>
                <a:latin typeface="Source Sans 3"/>
                <a:ea typeface="Source Sans 3"/>
                <a:cs typeface="Source Sans 3"/>
                <a:sym typeface="Source Sans 3"/>
              </a:rPr>
              <a:t>Estratégia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7323906" y="3014348"/>
            <a:ext cx="2424598" cy="36959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879"/>
              </a:lnSpc>
            </a:pPr>
            <a:r>
              <a:rPr lang="en-US" sz="2400">
                <a:solidFill>
                  <a:srgbClr val="161634"/>
                </a:solidFill>
                <a:latin typeface="Source Sans 3"/>
                <a:ea typeface="Source Sans 3"/>
                <a:cs typeface="Source Sans 3"/>
                <a:sym typeface="Source Sans 3"/>
              </a:rPr>
              <a:t>Objetivos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10870740" y="6878060"/>
            <a:ext cx="2424598" cy="36959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879"/>
              </a:lnSpc>
            </a:pPr>
            <a:r>
              <a:rPr lang="en-US" sz="2400">
                <a:solidFill>
                  <a:srgbClr val="161634"/>
                </a:solidFill>
                <a:latin typeface="Source Sans 3"/>
                <a:ea typeface="Source Sans 3"/>
                <a:cs typeface="Source Sans 3"/>
                <a:sym typeface="Source Sans 3"/>
              </a:rPr>
              <a:t>Conceito</a:t>
            </a:r>
          </a:p>
        </p:txBody>
      </p:sp>
      <p:grpSp>
        <p:nvGrpSpPr>
          <p:cNvPr id="12" name="Group 12"/>
          <p:cNvGrpSpPr/>
          <p:nvPr/>
        </p:nvGrpSpPr>
        <p:grpSpPr>
          <a:xfrm>
            <a:off x="14753596" y="4381300"/>
            <a:ext cx="332603" cy="332603"/>
            <a:chOff x="0" y="0"/>
            <a:chExt cx="443471" cy="443471"/>
          </a:xfrm>
        </p:grpSpPr>
        <p:sp>
          <p:nvSpPr>
            <p:cNvPr id="13" name="Freeform 13"/>
            <p:cNvSpPr/>
            <p:nvPr/>
          </p:nvSpPr>
          <p:spPr>
            <a:xfrm>
              <a:off x="0" y="0"/>
              <a:ext cx="443484" cy="443484"/>
            </a:xfrm>
            <a:custGeom>
              <a:avLst/>
              <a:gdLst/>
              <a:ahLst/>
              <a:cxnLst/>
              <a:rect l="l" t="t" r="r" b="b"/>
              <a:pathLst>
                <a:path w="443484" h="443484">
                  <a:moveTo>
                    <a:pt x="0" y="0"/>
                  </a:moveTo>
                  <a:lnTo>
                    <a:pt x="443484" y="0"/>
                  </a:lnTo>
                  <a:lnTo>
                    <a:pt x="443484" y="443484"/>
                  </a:lnTo>
                  <a:lnTo>
                    <a:pt x="0" y="44348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 r="2" b="2"/>
              </a:stretch>
            </a:blipFill>
          </p:spPr>
          <p:txBody>
            <a:bodyPr/>
            <a:lstStyle/>
            <a:p>
              <a:endParaRPr lang="pt-BR"/>
            </a:p>
          </p:txBody>
        </p:sp>
      </p:grpSp>
      <p:cxnSp>
        <p:nvCxnSpPr>
          <p:cNvPr id="14" name="Google Shape;180;p9">
            <a:extLst>
              <a:ext uri="{FF2B5EF4-FFF2-40B4-BE49-F238E27FC236}">
                <a16:creationId xmlns:a16="http://schemas.microsoft.com/office/drawing/2014/main" id="{96B1BF03-D739-8BBA-ABFB-CD6AE5C61E30}"/>
              </a:ext>
            </a:extLst>
          </p:cNvPr>
          <p:cNvCxnSpPr>
            <a:cxnSpLocks/>
          </p:cNvCxnSpPr>
          <p:nvPr/>
        </p:nvCxnSpPr>
        <p:spPr>
          <a:xfrm flipV="1">
            <a:off x="7411922" y="3383947"/>
            <a:ext cx="0" cy="2154139"/>
          </a:xfrm>
          <a:prstGeom prst="straightConnector1">
            <a:avLst/>
          </a:prstGeom>
          <a:noFill/>
          <a:ln w="9525" cap="flat" cmpd="sng">
            <a:solidFill>
              <a:srgbClr val="6BA8D7"/>
            </a:solidFill>
            <a:prstDash val="dot"/>
            <a:round/>
            <a:headEnd type="oval" w="med" len="med"/>
            <a:tailEnd type="oval" w="med" len="med"/>
          </a:ln>
        </p:spPr>
      </p:cxnSp>
      <p:cxnSp>
        <p:nvCxnSpPr>
          <p:cNvPr id="16" name="Google Shape;180;p9">
            <a:extLst>
              <a:ext uri="{FF2B5EF4-FFF2-40B4-BE49-F238E27FC236}">
                <a16:creationId xmlns:a16="http://schemas.microsoft.com/office/drawing/2014/main" id="{B107A31C-1210-6C65-33F4-12A6EFD5E050}"/>
              </a:ext>
            </a:extLst>
          </p:cNvPr>
          <p:cNvCxnSpPr>
            <a:cxnSpLocks/>
          </p:cNvCxnSpPr>
          <p:nvPr/>
        </p:nvCxnSpPr>
        <p:spPr>
          <a:xfrm flipV="1">
            <a:off x="10882772" y="4627674"/>
            <a:ext cx="0" cy="2250386"/>
          </a:xfrm>
          <a:prstGeom prst="straightConnector1">
            <a:avLst/>
          </a:prstGeom>
          <a:noFill/>
          <a:ln w="9525" cap="flat" cmpd="sng">
            <a:solidFill>
              <a:srgbClr val="6BA8D7"/>
            </a:solidFill>
            <a:prstDash val="dot"/>
            <a:round/>
            <a:headEnd type="oval" w="med" len="med"/>
            <a:tailEnd type="oval" w="med" len="med"/>
          </a:ln>
        </p:spPr>
      </p:cxn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03" name="Google Shape;203;p11"/>
          <p:cNvCxnSpPr/>
          <p:nvPr/>
        </p:nvCxnSpPr>
        <p:spPr>
          <a:xfrm>
            <a:off x="9144400" y="2555750"/>
            <a:ext cx="0" cy="5165400"/>
          </a:xfrm>
          <a:prstGeom prst="straightConnector1">
            <a:avLst/>
          </a:prstGeom>
          <a:noFill/>
          <a:ln w="9525" cap="flat" cmpd="sng">
            <a:solidFill>
              <a:schemeClr val="accent1"/>
            </a:solidFill>
            <a:prstDash val="dot"/>
            <a:round/>
            <a:headEnd type="none" w="sm" len="sm"/>
            <a:tailEnd type="none" w="sm" len="sm"/>
          </a:ln>
        </p:spPr>
      </p:cxnSp>
      <p:cxnSp>
        <p:nvCxnSpPr>
          <p:cNvPr id="204" name="Google Shape;204;p11"/>
          <p:cNvCxnSpPr>
            <a:endCxn id="205" idx="3"/>
          </p:cNvCxnSpPr>
          <p:nvPr/>
        </p:nvCxnSpPr>
        <p:spPr>
          <a:xfrm flipH="1">
            <a:off x="2706850" y="5138312"/>
            <a:ext cx="6205200" cy="16800"/>
          </a:xfrm>
          <a:prstGeom prst="straightConnector1">
            <a:avLst/>
          </a:prstGeom>
          <a:noFill/>
          <a:ln w="9525" cap="flat" cmpd="sng">
            <a:solidFill>
              <a:schemeClr val="accent1"/>
            </a:solidFill>
            <a:prstDash val="dot"/>
            <a:round/>
            <a:headEnd type="none" w="sm" len="sm"/>
            <a:tailEnd type="none" w="sm" len="sm"/>
          </a:ln>
        </p:spPr>
      </p:cxnSp>
      <p:cxnSp>
        <p:nvCxnSpPr>
          <p:cNvPr id="206" name="Google Shape;206;p11"/>
          <p:cNvCxnSpPr>
            <a:stCxn id="207" idx="1"/>
          </p:cNvCxnSpPr>
          <p:nvPr/>
        </p:nvCxnSpPr>
        <p:spPr>
          <a:xfrm rot="10800000">
            <a:off x="9364700" y="7965612"/>
            <a:ext cx="4167000" cy="18000"/>
          </a:xfrm>
          <a:prstGeom prst="straightConnector1">
            <a:avLst/>
          </a:prstGeom>
          <a:noFill/>
          <a:ln w="9525" cap="flat" cmpd="sng">
            <a:solidFill>
              <a:schemeClr val="accent1"/>
            </a:solidFill>
            <a:prstDash val="dot"/>
            <a:round/>
            <a:headEnd type="none" w="sm" len="sm"/>
            <a:tailEnd type="none" w="sm" len="sm"/>
          </a:ln>
        </p:spPr>
      </p:cxnSp>
      <p:cxnSp>
        <p:nvCxnSpPr>
          <p:cNvPr id="208" name="Google Shape;208;p11"/>
          <p:cNvCxnSpPr/>
          <p:nvPr/>
        </p:nvCxnSpPr>
        <p:spPr>
          <a:xfrm rot="10800000">
            <a:off x="9376600" y="2298950"/>
            <a:ext cx="4270200" cy="0"/>
          </a:xfrm>
          <a:prstGeom prst="straightConnector1">
            <a:avLst/>
          </a:prstGeom>
          <a:noFill/>
          <a:ln w="9525" cap="flat" cmpd="sng">
            <a:solidFill>
              <a:schemeClr val="accent1"/>
            </a:solidFill>
            <a:prstDash val="dot"/>
            <a:round/>
            <a:headEnd type="none" w="sm" len="sm"/>
            <a:tailEnd type="none" w="sm" len="sm"/>
          </a:ln>
        </p:spPr>
      </p:cxnSp>
      <p:sp>
        <p:nvSpPr>
          <p:cNvPr id="209" name="Google Shape;209;p11"/>
          <p:cNvSpPr txBox="1"/>
          <p:nvPr/>
        </p:nvSpPr>
        <p:spPr>
          <a:xfrm>
            <a:off x="13365400" y="2423308"/>
            <a:ext cx="3418800" cy="919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82850" tIns="182850" rIns="182850" bIns="182850" anchor="t" anchorCtr="0">
            <a:noAutofit/>
          </a:bodyPr>
          <a:lstStyle/>
          <a:p>
            <a:pPr>
              <a:buClr>
                <a:srgbClr val="000000"/>
              </a:buClr>
              <a:buSzPts val="1200"/>
            </a:pPr>
            <a:r>
              <a:rPr lang="pt-BR" sz="2400" dirty="0" err="1">
                <a:solidFill>
                  <a:srgbClr val="FFFFFF"/>
                </a:solidFill>
                <a:latin typeface="Source Sans 3"/>
                <a:ea typeface="Source Sans 3"/>
                <a:cs typeface="Source Sans 3"/>
                <a:sym typeface="Source Sans 3"/>
              </a:rPr>
              <a:t>lorem</a:t>
            </a:r>
            <a:r>
              <a:rPr lang="pt-BR" sz="2400" dirty="0">
                <a:solidFill>
                  <a:srgbClr val="FFFFFF"/>
                </a:solidFill>
                <a:latin typeface="Source Sans 3"/>
                <a:ea typeface="Source Sans 3"/>
                <a:cs typeface="Source Sans 3"/>
                <a:sym typeface="Source Sans 3"/>
              </a:rPr>
              <a:t> ipsum</a:t>
            </a:r>
            <a:endParaRPr sz="2400" dirty="0">
              <a:solidFill>
                <a:srgbClr val="FFFFFF"/>
              </a:solidFill>
              <a:latin typeface="Source Sans 3"/>
              <a:ea typeface="Source Sans 3"/>
              <a:cs typeface="Source Sans 3"/>
              <a:sym typeface="Source Sans 3"/>
            </a:endParaRPr>
          </a:p>
        </p:txBody>
      </p:sp>
      <p:sp>
        <p:nvSpPr>
          <p:cNvPr id="210" name="Google Shape;210;p11"/>
          <p:cNvSpPr txBox="1"/>
          <p:nvPr/>
        </p:nvSpPr>
        <p:spPr>
          <a:xfrm>
            <a:off x="1452000" y="5346912"/>
            <a:ext cx="3988800" cy="919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82850" tIns="182850" rIns="182850" bIns="182850" anchor="t" anchorCtr="0">
            <a:noAutofit/>
          </a:bodyPr>
          <a:lstStyle/>
          <a:p>
            <a:pPr>
              <a:buClr>
                <a:srgbClr val="000000"/>
              </a:buClr>
              <a:buSzPts val="1200"/>
            </a:pPr>
            <a:r>
              <a:rPr lang="pt-BR" sz="2400">
                <a:solidFill>
                  <a:srgbClr val="FFFFFF"/>
                </a:solidFill>
                <a:latin typeface="Source Sans 3"/>
                <a:ea typeface="Source Sans 3"/>
                <a:cs typeface="Source Sans 3"/>
                <a:sym typeface="Source Sans 3"/>
              </a:rPr>
              <a:t>lorem ipsum</a:t>
            </a:r>
            <a:endParaRPr sz="2400" i="1" u="sng">
              <a:solidFill>
                <a:srgbClr val="FFFFFF"/>
              </a:solidFill>
              <a:latin typeface="Source Sans 3"/>
              <a:ea typeface="Source Sans 3"/>
              <a:cs typeface="Source Sans 3"/>
              <a:sym typeface="Source Sans 3"/>
            </a:endParaRPr>
          </a:p>
        </p:txBody>
      </p:sp>
      <p:sp>
        <p:nvSpPr>
          <p:cNvPr id="211" name="Google Shape;211;p11"/>
          <p:cNvSpPr txBox="1"/>
          <p:nvPr/>
        </p:nvSpPr>
        <p:spPr>
          <a:xfrm>
            <a:off x="13531702" y="8152812"/>
            <a:ext cx="2217600" cy="108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82850" tIns="182850" rIns="182850" bIns="182850" anchor="t" anchorCtr="0">
            <a:noAutofit/>
          </a:bodyPr>
          <a:lstStyle/>
          <a:p>
            <a:pPr>
              <a:buClr>
                <a:srgbClr val="000000"/>
              </a:buClr>
              <a:buSzPts val="1200"/>
            </a:pPr>
            <a:r>
              <a:rPr lang="pt-BR" sz="2400">
                <a:solidFill>
                  <a:srgbClr val="FFFFFF"/>
                </a:solidFill>
                <a:latin typeface="Source Sans 3"/>
                <a:ea typeface="Source Sans 3"/>
                <a:cs typeface="Source Sans 3"/>
                <a:sym typeface="Source Sans 3"/>
              </a:rPr>
              <a:t>lorem ipsum</a:t>
            </a:r>
            <a:endParaRPr sz="2400" i="1" u="sng">
              <a:solidFill>
                <a:srgbClr val="FFFFFF"/>
              </a:solidFill>
              <a:latin typeface="Source Sans 3"/>
              <a:ea typeface="Source Sans 3"/>
              <a:cs typeface="Source Sans 3"/>
              <a:sym typeface="Source Sans 3"/>
            </a:endParaRPr>
          </a:p>
        </p:txBody>
      </p:sp>
      <p:sp>
        <p:nvSpPr>
          <p:cNvPr id="205" name="Google Shape;205;p11"/>
          <p:cNvSpPr/>
          <p:nvPr/>
        </p:nvSpPr>
        <p:spPr>
          <a:xfrm>
            <a:off x="1541050" y="4985912"/>
            <a:ext cx="1165800" cy="338400"/>
          </a:xfrm>
          <a:prstGeom prst="roundRect">
            <a:avLst>
              <a:gd name="adj" fmla="val 50000"/>
            </a:avLst>
          </a:prstGeom>
          <a:solidFill>
            <a:schemeClr val="dk2"/>
          </a:solidFill>
          <a:ln>
            <a:noFill/>
          </a:ln>
        </p:spPr>
        <p:txBody>
          <a:bodyPr spcFirstLastPara="1" wrap="square" lIns="0" tIns="182850" rIns="0" bIns="182850" anchor="ctr" anchorCtr="0">
            <a:noAutofit/>
          </a:bodyPr>
          <a:lstStyle/>
          <a:p>
            <a:pPr marR="39208" algn="ctr">
              <a:buClr>
                <a:srgbClr val="000000"/>
              </a:buClr>
              <a:buSzPts val="1200"/>
            </a:pPr>
            <a:r>
              <a:rPr lang="pt-BR" sz="2400" b="1" dirty="0" err="1">
                <a:solidFill>
                  <a:srgbClr val="FFFFFF"/>
                </a:solidFill>
                <a:latin typeface="Source Sans 3"/>
                <a:ea typeface="Source Sans 3"/>
                <a:cs typeface="Source Sans 3"/>
                <a:sym typeface="Source Sans 3"/>
              </a:rPr>
              <a:t>Lorem</a:t>
            </a:r>
            <a:endParaRPr sz="2400" b="1" dirty="0">
              <a:solidFill>
                <a:srgbClr val="FFFFFF"/>
              </a:solidFill>
              <a:latin typeface="Source Sans 3"/>
              <a:ea typeface="Source Sans 3"/>
              <a:cs typeface="Source Sans 3"/>
              <a:sym typeface="Source Sans 3"/>
            </a:endParaRPr>
          </a:p>
        </p:txBody>
      </p:sp>
      <p:sp>
        <p:nvSpPr>
          <p:cNvPr id="212" name="Google Shape;212;p11"/>
          <p:cNvSpPr/>
          <p:nvPr/>
        </p:nvSpPr>
        <p:spPr>
          <a:xfrm>
            <a:off x="13531750" y="2114300"/>
            <a:ext cx="1294800" cy="338400"/>
          </a:xfrm>
          <a:prstGeom prst="roundRect">
            <a:avLst>
              <a:gd name="adj" fmla="val 50000"/>
            </a:avLst>
          </a:prstGeom>
          <a:solidFill>
            <a:schemeClr val="dk2"/>
          </a:solidFill>
          <a:ln>
            <a:noFill/>
          </a:ln>
        </p:spPr>
        <p:txBody>
          <a:bodyPr spcFirstLastPara="1" wrap="square" lIns="0" tIns="182850" rIns="0" bIns="182850" anchor="ctr" anchorCtr="0">
            <a:noAutofit/>
          </a:bodyPr>
          <a:lstStyle/>
          <a:p>
            <a:pPr marR="39208" algn="ctr">
              <a:buClr>
                <a:srgbClr val="000000"/>
              </a:buClr>
              <a:buSzPts val="1200"/>
            </a:pPr>
            <a:r>
              <a:rPr lang="pt-BR" sz="2400" b="1" dirty="0" err="1">
                <a:solidFill>
                  <a:schemeClr val="dk1"/>
                </a:solidFill>
                <a:latin typeface="Source Sans 3"/>
                <a:ea typeface="Source Sans 3"/>
                <a:cs typeface="Source Sans 3"/>
                <a:sym typeface="Source Sans 3"/>
              </a:rPr>
              <a:t>Lorem</a:t>
            </a:r>
            <a:endParaRPr sz="2400" b="1" dirty="0">
              <a:solidFill>
                <a:srgbClr val="FFFFFF"/>
              </a:solidFill>
              <a:latin typeface="Source Sans 3"/>
              <a:ea typeface="Source Sans 3"/>
              <a:cs typeface="Source Sans 3"/>
              <a:sym typeface="Source Sans 3"/>
            </a:endParaRPr>
          </a:p>
        </p:txBody>
      </p:sp>
      <p:sp>
        <p:nvSpPr>
          <p:cNvPr id="207" name="Google Shape;207;p11"/>
          <p:cNvSpPr/>
          <p:nvPr/>
        </p:nvSpPr>
        <p:spPr>
          <a:xfrm>
            <a:off x="13531700" y="7814412"/>
            <a:ext cx="1405800" cy="338400"/>
          </a:xfrm>
          <a:prstGeom prst="roundRect">
            <a:avLst>
              <a:gd name="adj" fmla="val 50000"/>
            </a:avLst>
          </a:prstGeom>
          <a:solidFill>
            <a:schemeClr val="dk2"/>
          </a:solidFill>
          <a:ln>
            <a:noFill/>
          </a:ln>
        </p:spPr>
        <p:txBody>
          <a:bodyPr spcFirstLastPara="1" wrap="square" lIns="0" tIns="182850" rIns="0" bIns="182850" anchor="ctr" anchorCtr="0">
            <a:noAutofit/>
          </a:bodyPr>
          <a:lstStyle/>
          <a:p>
            <a:pPr marR="39208" algn="ctr">
              <a:buClr>
                <a:srgbClr val="000000"/>
              </a:buClr>
              <a:buSzPts val="1200"/>
            </a:pPr>
            <a:r>
              <a:rPr lang="pt-BR" sz="2400" b="1">
                <a:solidFill>
                  <a:srgbClr val="FFFFFF"/>
                </a:solidFill>
                <a:latin typeface="Source Sans 3"/>
                <a:ea typeface="Source Sans 3"/>
                <a:cs typeface="Source Sans 3"/>
                <a:sym typeface="Source Sans 3"/>
              </a:rPr>
              <a:t>Lorem</a:t>
            </a:r>
            <a:endParaRPr sz="2400" b="1">
              <a:solidFill>
                <a:srgbClr val="FFFFFF"/>
              </a:solidFill>
              <a:latin typeface="Source Sans 3"/>
              <a:ea typeface="Source Sans 3"/>
              <a:cs typeface="Source Sans 3"/>
              <a:sym typeface="Source Sans 3"/>
            </a:endParaRPr>
          </a:p>
        </p:txBody>
      </p:sp>
      <p:sp>
        <p:nvSpPr>
          <p:cNvPr id="213" name="Google Shape;213;p11"/>
          <p:cNvSpPr/>
          <p:nvPr/>
        </p:nvSpPr>
        <p:spPr>
          <a:xfrm>
            <a:off x="13531700" y="3180022"/>
            <a:ext cx="1092600" cy="430800"/>
          </a:xfrm>
          <a:prstGeom prst="roundRect">
            <a:avLst>
              <a:gd name="adj" fmla="val 50000"/>
            </a:avLst>
          </a:prstGeom>
          <a:noFill/>
          <a:ln w="9525" cap="flat" cmpd="sng">
            <a:solidFill>
              <a:srgbClr val="999999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182850" rIns="0" bIns="182850" anchor="ctr" anchorCtr="0">
            <a:noAutofit/>
          </a:bodyPr>
          <a:lstStyle/>
          <a:p>
            <a:pPr marR="39208" algn="ctr">
              <a:buClr>
                <a:srgbClr val="000000"/>
              </a:buClr>
              <a:buSzPts val="800"/>
            </a:pPr>
            <a:r>
              <a:rPr lang="pt-BR" sz="1600" dirty="0">
                <a:solidFill>
                  <a:srgbClr val="999999"/>
                </a:solidFill>
                <a:latin typeface="Source Sans 3"/>
                <a:ea typeface="Source Sans 3"/>
                <a:cs typeface="Source Sans 3"/>
                <a:sym typeface="Source Sans 3"/>
              </a:rPr>
              <a:t>LOREM</a:t>
            </a:r>
            <a:endParaRPr sz="1600" dirty="0">
              <a:solidFill>
                <a:srgbClr val="999999"/>
              </a:solidFill>
              <a:latin typeface="Source Sans 3"/>
              <a:ea typeface="Source Sans 3"/>
              <a:cs typeface="Source Sans 3"/>
              <a:sym typeface="Source Sans 3"/>
            </a:endParaRPr>
          </a:p>
        </p:txBody>
      </p:sp>
      <p:sp>
        <p:nvSpPr>
          <p:cNvPr id="214" name="Google Shape;214;p11"/>
          <p:cNvSpPr/>
          <p:nvPr/>
        </p:nvSpPr>
        <p:spPr>
          <a:xfrm>
            <a:off x="14691146" y="3180022"/>
            <a:ext cx="1186200" cy="430800"/>
          </a:xfrm>
          <a:prstGeom prst="roundRect">
            <a:avLst>
              <a:gd name="adj" fmla="val 50000"/>
            </a:avLst>
          </a:prstGeom>
          <a:noFill/>
          <a:ln w="9525" cap="flat" cmpd="sng">
            <a:solidFill>
              <a:srgbClr val="999999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182850" rIns="0" bIns="182850" anchor="ctr" anchorCtr="0">
            <a:noAutofit/>
          </a:bodyPr>
          <a:lstStyle/>
          <a:p>
            <a:pPr marR="39208" algn="ctr">
              <a:buClr>
                <a:srgbClr val="000000"/>
              </a:buClr>
              <a:buSzPts val="800"/>
            </a:pPr>
            <a:r>
              <a:rPr lang="pt-BR" sz="1600">
                <a:solidFill>
                  <a:srgbClr val="999999"/>
                </a:solidFill>
                <a:latin typeface="Source Sans 3"/>
                <a:ea typeface="Source Sans 3"/>
                <a:cs typeface="Source Sans 3"/>
                <a:sym typeface="Source Sans 3"/>
              </a:rPr>
              <a:t>LOREM</a:t>
            </a:r>
            <a:endParaRPr sz="1600">
              <a:solidFill>
                <a:srgbClr val="999999"/>
              </a:solidFill>
              <a:latin typeface="Source Sans 3"/>
              <a:ea typeface="Source Sans 3"/>
              <a:cs typeface="Source Sans 3"/>
              <a:sym typeface="Source Sans 3"/>
            </a:endParaRPr>
          </a:p>
        </p:txBody>
      </p:sp>
      <p:sp>
        <p:nvSpPr>
          <p:cNvPr id="215" name="Google Shape;215;p11"/>
          <p:cNvSpPr txBox="1">
            <a:spLocks noGrp="1"/>
          </p:cNvSpPr>
          <p:nvPr>
            <p:ph type="subTitle" idx="1"/>
          </p:nvPr>
        </p:nvSpPr>
        <p:spPr>
          <a:xfrm>
            <a:off x="1079982" y="970800"/>
            <a:ext cx="4921800" cy="556800"/>
          </a:xfrm>
          <a:prstGeom prst="rect">
            <a:avLst/>
          </a:prstGeom>
          <a:noFill/>
          <a:ln>
            <a:noFill/>
          </a:ln>
        </p:spPr>
        <p:txBody>
          <a:bodyPr spcFirstLastPara="1" vert="horz" wrap="square" lIns="182850" tIns="182850" rIns="182850" bIns="182850" rtlCol="0" anchor="t" anchorCtr="0">
            <a:noAutofit/>
          </a:bodyPr>
          <a:lstStyle/>
          <a:p>
            <a:pPr marL="0" indent="0"/>
            <a:r>
              <a:rPr lang="pt-BR" dirty="0"/>
              <a:t>SLIDES EXEMPLO</a:t>
            </a:r>
            <a:endParaRPr dirty="0"/>
          </a:p>
        </p:txBody>
      </p:sp>
      <p:sp>
        <p:nvSpPr>
          <p:cNvPr id="216" name="Google Shape;216;p11"/>
          <p:cNvSpPr/>
          <p:nvPr/>
        </p:nvSpPr>
        <p:spPr>
          <a:xfrm>
            <a:off x="1616450" y="6163322"/>
            <a:ext cx="1092600" cy="430800"/>
          </a:xfrm>
          <a:prstGeom prst="roundRect">
            <a:avLst>
              <a:gd name="adj" fmla="val 50000"/>
            </a:avLst>
          </a:prstGeom>
          <a:noFill/>
          <a:ln w="9525" cap="flat" cmpd="sng">
            <a:solidFill>
              <a:srgbClr val="999999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182850" rIns="0" bIns="182850" anchor="ctr" anchorCtr="0">
            <a:noAutofit/>
          </a:bodyPr>
          <a:lstStyle/>
          <a:p>
            <a:pPr marR="39208" algn="ctr">
              <a:buClr>
                <a:srgbClr val="000000"/>
              </a:buClr>
              <a:buSzPts val="800"/>
            </a:pPr>
            <a:r>
              <a:rPr lang="pt-BR" sz="1600" dirty="0">
                <a:solidFill>
                  <a:srgbClr val="999999"/>
                </a:solidFill>
                <a:latin typeface="Source Sans 3"/>
                <a:ea typeface="Source Sans 3"/>
                <a:cs typeface="Source Sans 3"/>
                <a:sym typeface="Source Sans 3"/>
              </a:rPr>
              <a:t>LOREM</a:t>
            </a:r>
            <a:endParaRPr sz="1600" dirty="0">
              <a:solidFill>
                <a:srgbClr val="999999"/>
              </a:solidFill>
              <a:latin typeface="Source Sans 3"/>
              <a:ea typeface="Source Sans 3"/>
              <a:cs typeface="Source Sans 3"/>
              <a:sym typeface="Source Sans 3"/>
            </a:endParaRPr>
          </a:p>
        </p:txBody>
      </p:sp>
      <p:sp>
        <p:nvSpPr>
          <p:cNvPr id="217" name="Google Shape;217;p11"/>
          <p:cNvSpPr/>
          <p:nvPr/>
        </p:nvSpPr>
        <p:spPr>
          <a:xfrm>
            <a:off x="2775896" y="6163322"/>
            <a:ext cx="1186200" cy="430800"/>
          </a:xfrm>
          <a:prstGeom prst="roundRect">
            <a:avLst>
              <a:gd name="adj" fmla="val 50000"/>
            </a:avLst>
          </a:prstGeom>
          <a:noFill/>
          <a:ln w="9525" cap="flat" cmpd="sng">
            <a:solidFill>
              <a:srgbClr val="999999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182850" rIns="0" bIns="182850" anchor="ctr" anchorCtr="0">
            <a:noAutofit/>
          </a:bodyPr>
          <a:lstStyle/>
          <a:p>
            <a:pPr marR="39208" algn="ctr">
              <a:buClr>
                <a:srgbClr val="000000"/>
              </a:buClr>
              <a:buSzPts val="800"/>
            </a:pPr>
            <a:r>
              <a:rPr lang="pt-BR" sz="1600">
                <a:solidFill>
                  <a:srgbClr val="999999"/>
                </a:solidFill>
                <a:latin typeface="Source Sans 3"/>
                <a:ea typeface="Source Sans 3"/>
                <a:cs typeface="Source Sans 3"/>
                <a:sym typeface="Source Sans 3"/>
              </a:rPr>
              <a:t>LOREM</a:t>
            </a:r>
            <a:endParaRPr sz="1600">
              <a:solidFill>
                <a:srgbClr val="999999"/>
              </a:solidFill>
              <a:latin typeface="Source Sans 3"/>
              <a:ea typeface="Source Sans 3"/>
              <a:cs typeface="Source Sans 3"/>
              <a:sym typeface="Source Sans 3"/>
            </a:endParaRPr>
          </a:p>
        </p:txBody>
      </p:sp>
      <p:sp>
        <p:nvSpPr>
          <p:cNvPr id="218" name="Google Shape;218;p11"/>
          <p:cNvSpPr/>
          <p:nvPr/>
        </p:nvSpPr>
        <p:spPr>
          <a:xfrm>
            <a:off x="13646800" y="8937706"/>
            <a:ext cx="1092600" cy="430800"/>
          </a:xfrm>
          <a:prstGeom prst="roundRect">
            <a:avLst>
              <a:gd name="adj" fmla="val 50000"/>
            </a:avLst>
          </a:prstGeom>
          <a:noFill/>
          <a:ln w="9525" cap="flat" cmpd="sng">
            <a:solidFill>
              <a:srgbClr val="999999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182850" rIns="0" bIns="182850" anchor="ctr" anchorCtr="0">
            <a:noAutofit/>
          </a:bodyPr>
          <a:lstStyle/>
          <a:p>
            <a:pPr marR="39208" algn="ctr">
              <a:buClr>
                <a:srgbClr val="000000"/>
              </a:buClr>
              <a:buSzPts val="800"/>
            </a:pPr>
            <a:r>
              <a:rPr lang="pt-BR" sz="1600">
                <a:solidFill>
                  <a:srgbClr val="999999"/>
                </a:solidFill>
                <a:latin typeface="Source Sans 3"/>
                <a:ea typeface="Source Sans 3"/>
                <a:cs typeface="Source Sans 3"/>
                <a:sym typeface="Source Sans 3"/>
              </a:rPr>
              <a:t>LOREM</a:t>
            </a:r>
            <a:endParaRPr sz="1600">
              <a:solidFill>
                <a:srgbClr val="999999"/>
              </a:solidFill>
              <a:latin typeface="Source Sans 3"/>
              <a:ea typeface="Source Sans 3"/>
              <a:cs typeface="Source Sans 3"/>
              <a:sym typeface="Source Sans 3"/>
            </a:endParaRPr>
          </a:p>
        </p:txBody>
      </p:sp>
      <p:sp>
        <p:nvSpPr>
          <p:cNvPr id="219" name="Google Shape;219;p11"/>
          <p:cNvSpPr/>
          <p:nvPr/>
        </p:nvSpPr>
        <p:spPr>
          <a:xfrm>
            <a:off x="14806246" y="8937706"/>
            <a:ext cx="1186200" cy="430800"/>
          </a:xfrm>
          <a:prstGeom prst="roundRect">
            <a:avLst>
              <a:gd name="adj" fmla="val 50000"/>
            </a:avLst>
          </a:prstGeom>
          <a:noFill/>
          <a:ln w="9525" cap="flat" cmpd="sng">
            <a:solidFill>
              <a:srgbClr val="999999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182850" rIns="0" bIns="182850" anchor="ctr" anchorCtr="0">
            <a:noAutofit/>
          </a:bodyPr>
          <a:lstStyle/>
          <a:p>
            <a:pPr marR="39208" algn="ctr">
              <a:buClr>
                <a:srgbClr val="000000"/>
              </a:buClr>
              <a:buSzPts val="800"/>
            </a:pPr>
            <a:r>
              <a:rPr lang="pt-BR" sz="1600" dirty="0">
                <a:solidFill>
                  <a:srgbClr val="999999"/>
                </a:solidFill>
                <a:latin typeface="Source Sans 3"/>
                <a:ea typeface="Source Sans 3"/>
                <a:cs typeface="Source Sans 3"/>
                <a:sym typeface="Source Sans 3"/>
              </a:rPr>
              <a:t>LOREM</a:t>
            </a:r>
            <a:endParaRPr sz="1600" dirty="0">
              <a:solidFill>
                <a:srgbClr val="999999"/>
              </a:solidFill>
              <a:latin typeface="Source Sans 3"/>
              <a:ea typeface="Source Sans 3"/>
              <a:cs typeface="Source Sans 3"/>
              <a:sym typeface="Source Sans 3"/>
            </a:endParaRPr>
          </a:p>
        </p:txBody>
      </p:sp>
      <p:pic>
        <p:nvPicPr>
          <p:cNvPr id="220" name="Google Shape;220;p11" title="hexagono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8811386" y="1965950"/>
            <a:ext cx="665992" cy="666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21" name="Google Shape;221;p11" title="hexagono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8811386" y="4799276"/>
            <a:ext cx="665992" cy="666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22" name="Google Shape;222;p11" title="hexagono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8811386" y="7632626"/>
            <a:ext cx="665992" cy="666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1144108" y="2284684"/>
            <a:ext cx="16092602" cy="16093802"/>
            <a:chOff x="0" y="0"/>
            <a:chExt cx="21456802" cy="21458403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21456904" cy="21458428"/>
            </a:xfrm>
            <a:custGeom>
              <a:avLst/>
              <a:gdLst/>
              <a:ahLst/>
              <a:cxnLst/>
              <a:rect l="l" t="t" r="r" b="b"/>
              <a:pathLst>
                <a:path w="21456904" h="21458428">
                  <a:moveTo>
                    <a:pt x="0" y="10729214"/>
                  </a:moveTo>
                  <a:cubicBezTo>
                    <a:pt x="0" y="4803648"/>
                    <a:pt x="4803267" y="0"/>
                    <a:pt x="10728452" y="0"/>
                  </a:cubicBezTo>
                  <a:cubicBezTo>
                    <a:pt x="16653638" y="0"/>
                    <a:pt x="21456904" y="4803648"/>
                    <a:pt x="21456904" y="10729214"/>
                  </a:cubicBezTo>
                  <a:cubicBezTo>
                    <a:pt x="21456904" y="16654780"/>
                    <a:pt x="16653638" y="21458428"/>
                    <a:pt x="10728452" y="21458428"/>
                  </a:cubicBezTo>
                  <a:cubicBezTo>
                    <a:pt x="4803267" y="21458428"/>
                    <a:pt x="0" y="16654780"/>
                    <a:pt x="0" y="10729214"/>
                  </a:cubicBezTo>
                  <a:close/>
                </a:path>
              </a:pathLst>
            </a:custGeom>
            <a:solidFill>
              <a:srgbClr val="F3F3F3"/>
            </a:solidFill>
          </p:spPr>
          <p:txBody>
            <a:bodyPr/>
            <a:lstStyle/>
            <a:p>
              <a:endParaRPr lang="pt-BR"/>
            </a:p>
          </p:txBody>
        </p:sp>
      </p:grpSp>
      <p:grpSp>
        <p:nvGrpSpPr>
          <p:cNvPr id="4" name="Group 4"/>
          <p:cNvGrpSpPr/>
          <p:nvPr/>
        </p:nvGrpSpPr>
        <p:grpSpPr>
          <a:xfrm>
            <a:off x="3957952" y="5138309"/>
            <a:ext cx="10372201" cy="10372201"/>
            <a:chOff x="0" y="0"/>
            <a:chExt cx="13829602" cy="13829602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13829537" cy="13829537"/>
            </a:xfrm>
            <a:custGeom>
              <a:avLst/>
              <a:gdLst/>
              <a:ahLst/>
              <a:cxnLst/>
              <a:rect l="l" t="t" r="r" b="b"/>
              <a:pathLst>
                <a:path w="13829537" h="13829537">
                  <a:moveTo>
                    <a:pt x="0" y="6914769"/>
                  </a:moveTo>
                  <a:cubicBezTo>
                    <a:pt x="0" y="3095879"/>
                    <a:pt x="3095879" y="0"/>
                    <a:pt x="6914769" y="0"/>
                  </a:cubicBezTo>
                  <a:cubicBezTo>
                    <a:pt x="10733658" y="0"/>
                    <a:pt x="13829537" y="3095879"/>
                    <a:pt x="13829537" y="6914769"/>
                  </a:cubicBezTo>
                  <a:cubicBezTo>
                    <a:pt x="13829537" y="10733658"/>
                    <a:pt x="10733658" y="13829537"/>
                    <a:pt x="6914769" y="13829537"/>
                  </a:cubicBezTo>
                  <a:cubicBezTo>
                    <a:pt x="3095879" y="13829537"/>
                    <a:pt x="0" y="10733786"/>
                    <a:pt x="0" y="6914769"/>
                  </a:cubicBezTo>
                  <a:close/>
                </a:path>
              </a:pathLst>
            </a:custGeom>
            <a:solidFill>
              <a:srgbClr val="EFEFEF"/>
            </a:solidFill>
          </p:spPr>
          <p:txBody>
            <a:bodyPr/>
            <a:lstStyle/>
            <a:p>
              <a:endParaRPr lang="pt-BR"/>
            </a:p>
          </p:txBody>
        </p:sp>
      </p:grpSp>
      <p:grpSp>
        <p:nvGrpSpPr>
          <p:cNvPr id="6" name="Group 6"/>
          <p:cNvGrpSpPr/>
          <p:nvPr/>
        </p:nvGrpSpPr>
        <p:grpSpPr>
          <a:xfrm>
            <a:off x="6801926" y="7982274"/>
            <a:ext cx="4686005" cy="4686005"/>
            <a:chOff x="0" y="0"/>
            <a:chExt cx="6248006" cy="6248006"/>
          </a:xfrm>
        </p:grpSpPr>
        <p:sp>
          <p:nvSpPr>
            <p:cNvPr id="7" name="Freeform 7"/>
            <p:cNvSpPr/>
            <p:nvPr/>
          </p:nvSpPr>
          <p:spPr>
            <a:xfrm>
              <a:off x="0" y="0"/>
              <a:ext cx="6248019" cy="6248019"/>
            </a:xfrm>
            <a:custGeom>
              <a:avLst/>
              <a:gdLst/>
              <a:ahLst/>
              <a:cxnLst/>
              <a:rect l="l" t="t" r="r" b="b"/>
              <a:pathLst>
                <a:path w="6248019" h="6248019">
                  <a:moveTo>
                    <a:pt x="0" y="3123946"/>
                  </a:moveTo>
                  <a:cubicBezTo>
                    <a:pt x="0" y="1398651"/>
                    <a:pt x="1398651" y="0"/>
                    <a:pt x="3123946" y="0"/>
                  </a:cubicBezTo>
                  <a:cubicBezTo>
                    <a:pt x="4849241" y="0"/>
                    <a:pt x="6248019" y="1398651"/>
                    <a:pt x="6248019" y="3123946"/>
                  </a:cubicBezTo>
                  <a:cubicBezTo>
                    <a:pt x="6248019" y="4849241"/>
                    <a:pt x="4849368" y="6248019"/>
                    <a:pt x="3123946" y="6248019"/>
                  </a:cubicBezTo>
                  <a:cubicBezTo>
                    <a:pt x="1398524" y="6248019"/>
                    <a:pt x="0" y="4849368"/>
                    <a:pt x="0" y="3123946"/>
                  </a:cubicBezTo>
                  <a:close/>
                </a:path>
              </a:pathLst>
            </a:custGeom>
            <a:solidFill>
              <a:srgbClr val="E6E6E6"/>
            </a:solidFill>
          </p:spPr>
          <p:txBody>
            <a:bodyPr/>
            <a:lstStyle/>
            <a:p>
              <a:endParaRPr lang="pt-BR"/>
            </a:p>
          </p:txBody>
        </p:sp>
      </p:grpSp>
      <p:grpSp>
        <p:nvGrpSpPr>
          <p:cNvPr id="8" name="Group 8"/>
          <p:cNvGrpSpPr/>
          <p:nvPr/>
        </p:nvGrpSpPr>
        <p:grpSpPr>
          <a:xfrm>
            <a:off x="1079983" y="8977798"/>
            <a:ext cx="1125112" cy="338404"/>
            <a:chOff x="0" y="0"/>
            <a:chExt cx="1500149" cy="451206"/>
          </a:xfrm>
        </p:grpSpPr>
        <p:sp>
          <p:nvSpPr>
            <p:cNvPr id="9" name="Freeform 9"/>
            <p:cNvSpPr/>
            <p:nvPr/>
          </p:nvSpPr>
          <p:spPr>
            <a:xfrm>
              <a:off x="0" y="0"/>
              <a:ext cx="1500124" cy="451231"/>
            </a:xfrm>
            <a:custGeom>
              <a:avLst/>
              <a:gdLst/>
              <a:ahLst/>
              <a:cxnLst/>
              <a:rect l="l" t="t" r="r" b="b"/>
              <a:pathLst>
                <a:path w="1500124" h="451231">
                  <a:moveTo>
                    <a:pt x="0" y="0"/>
                  </a:moveTo>
                  <a:lnTo>
                    <a:pt x="1500124" y="0"/>
                  </a:lnTo>
                  <a:lnTo>
                    <a:pt x="1500124" y="451231"/>
                  </a:lnTo>
                  <a:lnTo>
                    <a:pt x="0" y="45123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r="-1" b="2"/>
              </a:stretch>
            </a:blipFill>
          </p:spPr>
          <p:txBody>
            <a:bodyPr/>
            <a:lstStyle/>
            <a:p>
              <a:endParaRPr lang="pt-BR"/>
            </a:p>
          </p:txBody>
        </p:sp>
      </p:grpSp>
      <p:sp>
        <p:nvSpPr>
          <p:cNvPr id="10" name="TextBox 10"/>
          <p:cNvSpPr txBox="1"/>
          <p:nvPr/>
        </p:nvSpPr>
        <p:spPr>
          <a:xfrm>
            <a:off x="1171404" y="1062228"/>
            <a:ext cx="4738954" cy="37395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920"/>
              </a:lnSpc>
            </a:pPr>
            <a:r>
              <a:rPr lang="en-US" sz="1600">
                <a:solidFill>
                  <a:srgbClr val="999999"/>
                </a:solidFill>
                <a:latin typeface="Source Sans 3"/>
                <a:ea typeface="Source Sans 3"/>
                <a:cs typeface="Source Sans 3"/>
                <a:sym typeface="Source Sans 3"/>
              </a:rPr>
              <a:t>SLIDES EXEMPLO</a:t>
            </a:r>
          </a:p>
        </p:txBody>
      </p:sp>
      <p:sp>
        <p:nvSpPr>
          <p:cNvPr id="15" name="TextBox 15"/>
          <p:cNvSpPr txBox="1"/>
          <p:nvPr/>
        </p:nvSpPr>
        <p:spPr>
          <a:xfrm>
            <a:off x="13456825" y="2514733"/>
            <a:ext cx="3235947" cy="73634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879"/>
              </a:lnSpc>
            </a:pPr>
            <a:r>
              <a:rPr lang="en-US" sz="2400">
                <a:solidFill>
                  <a:srgbClr val="161634"/>
                </a:solidFill>
                <a:latin typeface="Source Sans 3"/>
                <a:ea typeface="Source Sans 3"/>
                <a:cs typeface="Source Sans 3"/>
                <a:sym typeface="Source Sans 3"/>
              </a:rPr>
              <a:t>lorem ipsum</a:t>
            </a:r>
          </a:p>
        </p:txBody>
      </p:sp>
      <p:sp>
        <p:nvSpPr>
          <p:cNvPr id="16" name="TextBox 16"/>
          <p:cNvSpPr txBox="1"/>
          <p:nvPr/>
        </p:nvSpPr>
        <p:spPr>
          <a:xfrm>
            <a:off x="1543421" y="5438337"/>
            <a:ext cx="3805952" cy="73634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879"/>
              </a:lnSpc>
            </a:pPr>
            <a:r>
              <a:rPr lang="en-US" sz="2400">
                <a:solidFill>
                  <a:srgbClr val="161634"/>
                </a:solidFill>
                <a:latin typeface="Source Sans 3"/>
                <a:ea typeface="Source Sans 3"/>
                <a:cs typeface="Source Sans 3"/>
                <a:sym typeface="Source Sans 3"/>
              </a:rPr>
              <a:t>lorem ipsum</a:t>
            </a:r>
          </a:p>
        </p:txBody>
      </p:sp>
      <p:sp>
        <p:nvSpPr>
          <p:cNvPr id="17" name="TextBox 17"/>
          <p:cNvSpPr txBox="1"/>
          <p:nvPr/>
        </p:nvSpPr>
        <p:spPr>
          <a:xfrm>
            <a:off x="13623131" y="8244240"/>
            <a:ext cx="2034750" cy="90075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879"/>
              </a:lnSpc>
            </a:pPr>
            <a:r>
              <a:rPr lang="en-US" sz="2400">
                <a:solidFill>
                  <a:srgbClr val="161634"/>
                </a:solidFill>
                <a:latin typeface="Source Sans 3"/>
                <a:ea typeface="Source Sans 3"/>
                <a:cs typeface="Source Sans 3"/>
                <a:sym typeface="Source Sans 3"/>
              </a:rPr>
              <a:t>lorem ipsum</a:t>
            </a:r>
          </a:p>
        </p:txBody>
      </p:sp>
      <p:grpSp>
        <p:nvGrpSpPr>
          <p:cNvPr id="18" name="Group 18"/>
          <p:cNvGrpSpPr/>
          <p:nvPr/>
        </p:nvGrpSpPr>
        <p:grpSpPr>
          <a:xfrm>
            <a:off x="1541050" y="4985909"/>
            <a:ext cx="1165803" cy="338404"/>
            <a:chOff x="0" y="0"/>
            <a:chExt cx="1554404" cy="451206"/>
          </a:xfrm>
        </p:grpSpPr>
        <p:sp>
          <p:nvSpPr>
            <p:cNvPr id="19" name="Freeform 19"/>
            <p:cNvSpPr/>
            <p:nvPr/>
          </p:nvSpPr>
          <p:spPr>
            <a:xfrm>
              <a:off x="0" y="0"/>
              <a:ext cx="1554353" cy="451104"/>
            </a:xfrm>
            <a:custGeom>
              <a:avLst/>
              <a:gdLst/>
              <a:ahLst/>
              <a:cxnLst/>
              <a:rect l="l" t="t" r="r" b="b"/>
              <a:pathLst>
                <a:path w="1554353" h="451104">
                  <a:moveTo>
                    <a:pt x="0" y="225552"/>
                  </a:moveTo>
                  <a:cubicBezTo>
                    <a:pt x="0" y="100965"/>
                    <a:pt x="100965" y="0"/>
                    <a:pt x="225552" y="0"/>
                  </a:cubicBezTo>
                  <a:lnTo>
                    <a:pt x="1328801" y="0"/>
                  </a:lnTo>
                  <a:cubicBezTo>
                    <a:pt x="1453388" y="0"/>
                    <a:pt x="1554353" y="100965"/>
                    <a:pt x="1554353" y="225552"/>
                  </a:cubicBezTo>
                  <a:cubicBezTo>
                    <a:pt x="1554353" y="350139"/>
                    <a:pt x="1453388" y="451104"/>
                    <a:pt x="1328801" y="451104"/>
                  </a:cubicBezTo>
                  <a:lnTo>
                    <a:pt x="225552" y="451104"/>
                  </a:lnTo>
                  <a:cubicBezTo>
                    <a:pt x="100965" y="451231"/>
                    <a:pt x="0" y="350139"/>
                    <a:pt x="0" y="225552"/>
                  </a:cubicBezTo>
                  <a:close/>
                </a:path>
              </a:pathLst>
            </a:custGeom>
            <a:solidFill>
              <a:srgbClr val="6BA8D7"/>
            </a:solidFill>
          </p:spPr>
          <p:txBody>
            <a:bodyPr/>
            <a:lstStyle/>
            <a:p>
              <a:endParaRPr lang="pt-BR"/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0" y="0"/>
              <a:ext cx="1554404" cy="451206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879"/>
                </a:lnSpc>
              </a:pPr>
              <a:r>
                <a:rPr lang="en-US" sz="2400" b="1">
                  <a:solidFill>
                    <a:srgbClr val="FFFFFF"/>
                  </a:solidFill>
                  <a:latin typeface="Source Sans 3 Bold"/>
                  <a:ea typeface="Source Sans 3 Bold"/>
                  <a:cs typeface="Source Sans 3 Bold"/>
                  <a:sym typeface="Source Sans 3 Bold"/>
                </a:rPr>
                <a:t>Lorem</a:t>
              </a:r>
            </a:p>
          </p:txBody>
        </p:sp>
      </p:grpSp>
      <p:grpSp>
        <p:nvGrpSpPr>
          <p:cNvPr id="21" name="Group 21"/>
          <p:cNvGrpSpPr/>
          <p:nvPr/>
        </p:nvGrpSpPr>
        <p:grpSpPr>
          <a:xfrm>
            <a:off x="13531748" y="2114302"/>
            <a:ext cx="1294800" cy="338404"/>
            <a:chOff x="0" y="0"/>
            <a:chExt cx="1726400" cy="451206"/>
          </a:xfrm>
        </p:grpSpPr>
        <p:sp>
          <p:nvSpPr>
            <p:cNvPr id="22" name="Freeform 22"/>
            <p:cNvSpPr/>
            <p:nvPr/>
          </p:nvSpPr>
          <p:spPr>
            <a:xfrm>
              <a:off x="0" y="0"/>
              <a:ext cx="1726311" cy="451104"/>
            </a:xfrm>
            <a:custGeom>
              <a:avLst/>
              <a:gdLst/>
              <a:ahLst/>
              <a:cxnLst/>
              <a:rect l="l" t="t" r="r" b="b"/>
              <a:pathLst>
                <a:path w="1726311" h="451104">
                  <a:moveTo>
                    <a:pt x="0" y="225552"/>
                  </a:moveTo>
                  <a:cubicBezTo>
                    <a:pt x="0" y="100965"/>
                    <a:pt x="100965" y="0"/>
                    <a:pt x="225552" y="0"/>
                  </a:cubicBezTo>
                  <a:lnTo>
                    <a:pt x="1500759" y="0"/>
                  </a:lnTo>
                  <a:cubicBezTo>
                    <a:pt x="1625346" y="0"/>
                    <a:pt x="1726311" y="100965"/>
                    <a:pt x="1726311" y="225552"/>
                  </a:cubicBezTo>
                  <a:cubicBezTo>
                    <a:pt x="1726311" y="350139"/>
                    <a:pt x="1625346" y="451104"/>
                    <a:pt x="1500759" y="451104"/>
                  </a:cubicBezTo>
                  <a:lnTo>
                    <a:pt x="225552" y="451104"/>
                  </a:lnTo>
                  <a:cubicBezTo>
                    <a:pt x="100965" y="451231"/>
                    <a:pt x="0" y="350139"/>
                    <a:pt x="0" y="225552"/>
                  </a:cubicBezTo>
                  <a:close/>
                </a:path>
              </a:pathLst>
            </a:custGeom>
            <a:solidFill>
              <a:srgbClr val="6BA8D7"/>
            </a:solidFill>
          </p:spPr>
          <p:txBody>
            <a:bodyPr/>
            <a:lstStyle/>
            <a:p>
              <a:endParaRPr lang="pt-BR"/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0" y="0"/>
              <a:ext cx="1726400" cy="451206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879"/>
                </a:lnSpc>
              </a:pPr>
              <a:r>
                <a:rPr lang="en-US" sz="2400" b="1">
                  <a:solidFill>
                    <a:srgbClr val="FFFFFF"/>
                  </a:solidFill>
                  <a:latin typeface="Source Sans 3 Bold"/>
                  <a:ea typeface="Source Sans 3 Bold"/>
                  <a:cs typeface="Source Sans 3 Bold"/>
                  <a:sym typeface="Source Sans 3 Bold"/>
                </a:rPr>
                <a:t>Lorem</a:t>
              </a:r>
            </a:p>
          </p:txBody>
        </p:sp>
      </p:grpSp>
      <p:grpSp>
        <p:nvGrpSpPr>
          <p:cNvPr id="24" name="Group 24"/>
          <p:cNvGrpSpPr/>
          <p:nvPr/>
        </p:nvGrpSpPr>
        <p:grpSpPr>
          <a:xfrm>
            <a:off x="13531701" y="7814415"/>
            <a:ext cx="1405804" cy="338404"/>
            <a:chOff x="0" y="0"/>
            <a:chExt cx="1874406" cy="451206"/>
          </a:xfrm>
        </p:grpSpPr>
        <p:sp>
          <p:nvSpPr>
            <p:cNvPr id="25" name="Freeform 25"/>
            <p:cNvSpPr/>
            <p:nvPr/>
          </p:nvSpPr>
          <p:spPr>
            <a:xfrm>
              <a:off x="0" y="0"/>
              <a:ext cx="1874393" cy="451104"/>
            </a:xfrm>
            <a:custGeom>
              <a:avLst/>
              <a:gdLst/>
              <a:ahLst/>
              <a:cxnLst/>
              <a:rect l="l" t="t" r="r" b="b"/>
              <a:pathLst>
                <a:path w="1874393" h="451104">
                  <a:moveTo>
                    <a:pt x="0" y="225552"/>
                  </a:moveTo>
                  <a:cubicBezTo>
                    <a:pt x="0" y="100965"/>
                    <a:pt x="100965" y="0"/>
                    <a:pt x="225552" y="0"/>
                  </a:cubicBezTo>
                  <a:lnTo>
                    <a:pt x="1648841" y="0"/>
                  </a:lnTo>
                  <a:cubicBezTo>
                    <a:pt x="1773428" y="0"/>
                    <a:pt x="1874393" y="100965"/>
                    <a:pt x="1874393" y="225552"/>
                  </a:cubicBezTo>
                  <a:cubicBezTo>
                    <a:pt x="1874393" y="350139"/>
                    <a:pt x="1773428" y="451104"/>
                    <a:pt x="1648841" y="451104"/>
                  </a:cubicBezTo>
                  <a:lnTo>
                    <a:pt x="225552" y="451104"/>
                  </a:lnTo>
                  <a:cubicBezTo>
                    <a:pt x="100965" y="451231"/>
                    <a:pt x="0" y="350139"/>
                    <a:pt x="0" y="225552"/>
                  </a:cubicBezTo>
                  <a:close/>
                </a:path>
              </a:pathLst>
            </a:custGeom>
            <a:solidFill>
              <a:srgbClr val="6BA8D7"/>
            </a:solidFill>
          </p:spPr>
          <p:txBody>
            <a:bodyPr/>
            <a:lstStyle/>
            <a:p>
              <a:endParaRPr lang="pt-BR"/>
            </a:p>
          </p:txBody>
        </p:sp>
        <p:sp>
          <p:nvSpPr>
            <p:cNvPr id="26" name="TextBox 26"/>
            <p:cNvSpPr txBox="1"/>
            <p:nvPr/>
          </p:nvSpPr>
          <p:spPr>
            <a:xfrm>
              <a:off x="0" y="0"/>
              <a:ext cx="1874406" cy="451206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879"/>
                </a:lnSpc>
              </a:pPr>
              <a:r>
                <a:rPr lang="en-US" sz="2400" b="1">
                  <a:solidFill>
                    <a:srgbClr val="FFFFFF"/>
                  </a:solidFill>
                  <a:latin typeface="Source Sans 3 Bold"/>
                  <a:ea typeface="Source Sans 3 Bold"/>
                  <a:cs typeface="Source Sans 3 Bold"/>
                  <a:sym typeface="Source Sans 3 Bold"/>
                </a:rPr>
                <a:t>Lorem</a:t>
              </a:r>
            </a:p>
          </p:txBody>
        </p:sp>
      </p:grpSp>
      <p:grpSp>
        <p:nvGrpSpPr>
          <p:cNvPr id="27" name="Group 27"/>
          <p:cNvGrpSpPr/>
          <p:nvPr/>
        </p:nvGrpSpPr>
        <p:grpSpPr>
          <a:xfrm>
            <a:off x="13522176" y="3170501"/>
            <a:ext cx="1111653" cy="449847"/>
            <a:chOff x="0" y="0"/>
            <a:chExt cx="1482204" cy="599796"/>
          </a:xfrm>
        </p:grpSpPr>
        <p:sp>
          <p:nvSpPr>
            <p:cNvPr id="28" name="Freeform 28"/>
            <p:cNvSpPr/>
            <p:nvPr/>
          </p:nvSpPr>
          <p:spPr>
            <a:xfrm>
              <a:off x="0" y="0"/>
              <a:ext cx="1482217" cy="599694"/>
            </a:xfrm>
            <a:custGeom>
              <a:avLst/>
              <a:gdLst/>
              <a:ahLst/>
              <a:cxnLst/>
              <a:rect l="l" t="t" r="r" b="b"/>
              <a:pathLst>
                <a:path w="1482217" h="599694">
                  <a:moveTo>
                    <a:pt x="0" y="299847"/>
                  </a:moveTo>
                  <a:cubicBezTo>
                    <a:pt x="0" y="133985"/>
                    <a:pt x="137922" y="0"/>
                    <a:pt x="307467" y="0"/>
                  </a:cubicBezTo>
                  <a:lnTo>
                    <a:pt x="1174750" y="0"/>
                  </a:lnTo>
                  <a:lnTo>
                    <a:pt x="1174750" y="12700"/>
                  </a:lnTo>
                  <a:lnTo>
                    <a:pt x="1174750" y="0"/>
                  </a:lnTo>
                  <a:cubicBezTo>
                    <a:pt x="1344295" y="0"/>
                    <a:pt x="1482217" y="133985"/>
                    <a:pt x="1482217" y="299847"/>
                  </a:cubicBezTo>
                  <a:lnTo>
                    <a:pt x="1469517" y="299847"/>
                  </a:lnTo>
                  <a:lnTo>
                    <a:pt x="1482217" y="299847"/>
                  </a:lnTo>
                  <a:lnTo>
                    <a:pt x="1469517" y="299847"/>
                  </a:lnTo>
                  <a:lnTo>
                    <a:pt x="1482217" y="299847"/>
                  </a:lnTo>
                  <a:cubicBezTo>
                    <a:pt x="1482217" y="465836"/>
                    <a:pt x="1344295" y="599694"/>
                    <a:pt x="1174750" y="599694"/>
                  </a:cubicBezTo>
                  <a:lnTo>
                    <a:pt x="1174750" y="586994"/>
                  </a:lnTo>
                  <a:lnTo>
                    <a:pt x="1174750" y="599694"/>
                  </a:lnTo>
                  <a:lnTo>
                    <a:pt x="307467" y="599694"/>
                  </a:lnTo>
                  <a:lnTo>
                    <a:pt x="307467" y="586994"/>
                  </a:lnTo>
                  <a:lnTo>
                    <a:pt x="307467" y="599694"/>
                  </a:lnTo>
                  <a:cubicBezTo>
                    <a:pt x="137922" y="599821"/>
                    <a:pt x="0" y="465836"/>
                    <a:pt x="0" y="299847"/>
                  </a:cubicBezTo>
                  <a:lnTo>
                    <a:pt x="12700" y="299847"/>
                  </a:lnTo>
                  <a:lnTo>
                    <a:pt x="0" y="299847"/>
                  </a:lnTo>
                  <a:moveTo>
                    <a:pt x="25400" y="299847"/>
                  </a:moveTo>
                  <a:lnTo>
                    <a:pt x="12700" y="299847"/>
                  </a:lnTo>
                  <a:lnTo>
                    <a:pt x="25400" y="299847"/>
                  </a:lnTo>
                  <a:cubicBezTo>
                    <a:pt x="25400" y="451104"/>
                    <a:pt x="151384" y="574294"/>
                    <a:pt x="307467" y="574294"/>
                  </a:cubicBezTo>
                  <a:lnTo>
                    <a:pt x="1174750" y="574294"/>
                  </a:lnTo>
                  <a:cubicBezTo>
                    <a:pt x="1330833" y="574294"/>
                    <a:pt x="1456817" y="451104"/>
                    <a:pt x="1456817" y="299847"/>
                  </a:cubicBezTo>
                  <a:cubicBezTo>
                    <a:pt x="1456817" y="148590"/>
                    <a:pt x="1330833" y="25400"/>
                    <a:pt x="1174750" y="25400"/>
                  </a:cubicBezTo>
                  <a:lnTo>
                    <a:pt x="307467" y="25400"/>
                  </a:lnTo>
                  <a:lnTo>
                    <a:pt x="307467" y="12700"/>
                  </a:lnTo>
                  <a:lnTo>
                    <a:pt x="307467" y="25400"/>
                  </a:lnTo>
                  <a:cubicBezTo>
                    <a:pt x="151384" y="25400"/>
                    <a:pt x="25400" y="148590"/>
                    <a:pt x="25400" y="299847"/>
                  </a:cubicBezTo>
                  <a:close/>
                </a:path>
              </a:pathLst>
            </a:custGeom>
            <a:solidFill>
              <a:srgbClr val="999999"/>
            </a:solidFill>
          </p:spPr>
          <p:txBody>
            <a:bodyPr/>
            <a:lstStyle/>
            <a:p>
              <a:endParaRPr lang="pt-BR"/>
            </a:p>
          </p:txBody>
        </p:sp>
        <p:sp>
          <p:nvSpPr>
            <p:cNvPr id="29" name="TextBox 29"/>
            <p:cNvSpPr txBox="1"/>
            <p:nvPr/>
          </p:nvSpPr>
          <p:spPr>
            <a:xfrm>
              <a:off x="0" y="0"/>
              <a:ext cx="1482204" cy="599796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920"/>
                </a:lnSpc>
              </a:pPr>
              <a:r>
                <a:rPr lang="en-US" sz="1600">
                  <a:solidFill>
                    <a:srgbClr val="999999"/>
                  </a:solidFill>
                  <a:latin typeface="Source Sans 3"/>
                  <a:ea typeface="Source Sans 3"/>
                  <a:cs typeface="Source Sans 3"/>
                  <a:sym typeface="Source Sans 3"/>
                </a:rPr>
                <a:t>LOREM</a:t>
              </a:r>
            </a:p>
          </p:txBody>
        </p:sp>
      </p:grpSp>
      <p:grpSp>
        <p:nvGrpSpPr>
          <p:cNvPr id="30" name="Group 30"/>
          <p:cNvGrpSpPr/>
          <p:nvPr/>
        </p:nvGrpSpPr>
        <p:grpSpPr>
          <a:xfrm>
            <a:off x="14681625" y="3170501"/>
            <a:ext cx="1205246" cy="449847"/>
            <a:chOff x="0" y="0"/>
            <a:chExt cx="1606994" cy="599796"/>
          </a:xfrm>
        </p:grpSpPr>
        <p:sp>
          <p:nvSpPr>
            <p:cNvPr id="31" name="Freeform 31"/>
            <p:cNvSpPr/>
            <p:nvPr/>
          </p:nvSpPr>
          <p:spPr>
            <a:xfrm>
              <a:off x="0" y="0"/>
              <a:ext cx="1606931" cy="599694"/>
            </a:xfrm>
            <a:custGeom>
              <a:avLst/>
              <a:gdLst/>
              <a:ahLst/>
              <a:cxnLst/>
              <a:rect l="l" t="t" r="r" b="b"/>
              <a:pathLst>
                <a:path w="1606931" h="599694">
                  <a:moveTo>
                    <a:pt x="0" y="299847"/>
                  </a:moveTo>
                  <a:cubicBezTo>
                    <a:pt x="0" y="133985"/>
                    <a:pt x="138176" y="0"/>
                    <a:pt x="307848" y="0"/>
                  </a:cubicBezTo>
                  <a:lnTo>
                    <a:pt x="1299083" y="0"/>
                  </a:lnTo>
                  <a:lnTo>
                    <a:pt x="1299083" y="12700"/>
                  </a:lnTo>
                  <a:lnTo>
                    <a:pt x="1299083" y="0"/>
                  </a:lnTo>
                  <a:cubicBezTo>
                    <a:pt x="1468755" y="0"/>
                    <a:pt x="1606931" y="133985"/>
                    <a:pt x="1606931" y="299847"/>
                  </a:cubicBezTo>
                  <a:lnTo>
                    <a:pt x="1594231" y="299847"/>
                  </a:lnTo>
                  <a:lnTo>
                    <a:pt x="1606931" y="299847"/>
                  </a:lnTo>
                  <a:lnTo>
                    <a:pt x="1594231" y="299847"/>
                  </a:lnTo>
                  <a:lnTo>
                    <a:pt x="1606931" y="299847"/>
                  </a:lnTo>
                  <a:cubicBezTo>
                    <a:pt x="1606931" y="465836"/>
                    <a:pt x="1468755" y="599694"/>
                    <a:pt x="1299083" y="599694"/>
                  </a:cubicBezTo>
                  <a:lnTo>
                    <a:pt x="1299083" y="586994"/>
                  </a:lnTo>
                  <a:lnTo>
                    <a:pt x="1299083" y="599694"/>
                  </a:lnTo>
                  <a:lnTo>
                    <a:pt x="307848" y="599694"/>
                  </a:lnTo>
                  <a:lnTo>
                    <a:pt x="307848" y="586994"/>
                  </a:lnTo>
                  <a:lnTo>
                    <a:pt x="307848" y="599694"/>
                  </a:lnTo>
                  <a:cubicBezTo>
                    <a:pt x="138176" y="599821"/>
                    <a:pt x="0" y="465836"/>
                    <a:pt x="0" y="299847"/>
                  </a:cubicBezTo>
                  <a:lnTo>
                    <a:pt x="12700" y="299847"/>
                  </a:lnTo>
                  <a:lnTo>
                    <a:pt x="0" y="299847"/>
                  </a:lnTo>
                  <a:moveTo>
                    <a:pt x="25400" y="299847"/>
                  </a:moveTo>
                  <a:lnTo>
                    <a:pt x="12700" y="299847"/>
                  </a:lnTo>
                  <a:lnTo>
                    <a:pt x="25400" y="299847"/>
                  </a:lnTo>
                  <a:cubicBezTo>
                    <a:pt x="25400" y="451104"/>
                    <a:pt x="151511" y="574294"/>
                    <a:pt x="307848" y="574294"/>
                  </a:cubicBezTo>
                  <a:lnTo>
                    <a:pt x="1299083" y="574294"/>
                  </a:lnTo>
                  <a:cubicBezTo>
                    <a:pt x="1455420" y="574294"/>
                    <a:pt x="1581531" y="451104"/>
                    <a:pt x="1581531" y="299847"/>
                  </a:cubicBezTo>
                  <a:cubicBezTo>
                    <a:pt x="1581531" y="148590"/>
                    <a:pt x="1455420" y="25400"/>
                    <a:pt x="1299083" y="25400"/>
                  </a:cubicBezTo>
                  <a:lnTo>
                    <a:pt x="307848" y="25400"/>
                  </a:lnTo>
                  <a:lnTo>
                    <a:pt x="307848" y="12700"/>
                  </a:lnTo>
                  <a:lnTo>
                    <a:pt x="307848" y="25400"/>
                  </a:lnTo>
                  <a:cubicBezTo>
                    <a:pt x="151511" y="25400"/>
                    <a:pt x="25400" y="148590"/>
                    <a:pt x="25400" y="299847"/>
                  </a:cubicBezTo>
                  <a:close/>
                </a:path>
              </a:pathLst>
            </a:custGeom>
            <a:solidFill>
              <a:srgbClr val="999999"/>
            </a:solidFill>
          </p:spPr>
          <p:txBody>
            <a:bodyPr/>
            <a:lstStyle/>
            <a:p>
              <a:endParaRPr lang="pt-BR"/>
            </a:p>
          </p:txBody>
        </p:sp>
        <p:sp>
          <p:nvSpPr>
            <p:cNvPr id="32" name="TextBox 32"/>
            <p:cNvSpPr txBox="1"/>
            <p:nvPr/>
          </p:nvSpPr>
          <p:spPr>
            <a:xfrm>
              <a:off x="0" y="0"/>
              <a:ext cx="1606994" cy="599796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920"/>
                </a:lnSpc>
              </a:pPr>
              <a:r>
                <a:rPr lang="en-US" sz="1600">
                  <a:solidFill>
                    <a:srgbClr val="999999"/>
                  </a:solidFill>
                  <a:latin typeface="Source Sans 3"/>
                  <a:ea typeface="Source Sans 3"/>
                  <a:cs typeface="Source Sans 3"/>
                  <a:sym typeface="Source Sans 3"/>
                </a:rPr>
                <a:t>LOREM</a:t>
              </a:r>
            </a:p>
          </p:txBody>
        </p:sp>
      </p:grpSp>
      <p:grpSp>
        <p:nvGrpSpPr>
          <p:cNvPr id="33" name="Group 33"/>
          <p:cNvGrpSpPr/>
          <p:nvPr/>
        </p:nvGrpSpPr>
        <p:grpSpPr>
          <a:xfrm>
            <a:off x="1606925" y="6153798"/>
            <a:ext cx="1111653" cy="449847"/>
            <a:chOff x="0" y="0"/>
            <a:chExt cx="1482204" cy="599796"/>
          </a:xfrm>
        </p:grpSpPr>
        <p:sp>
          <p:nvSpPr>
            <p:cNvPr id="34" name="Freeform 34"/>
            <p:cNvSpPr/>
            <p:nvPr/>
          </p:nvSpPr>
          <p:spPr>
            <a:xfrm>
              <a:off x="0" y="0"/>
              <a:ext cx="1482217" cy="599694"/>
            </a:xfrm>
            <a:custGeom>
              <a:avLst/>
              <a:gdLst/>
              <a:ahLst/>
              <a:cxnLst/>
              <a:rect l="l" t="t" r="r" b="b"/>
              <a:pathLst>
                <a:path w="1482217" h="599694">
                  <a:moveTo>
                    <a:pt x="0" y="299847"/>
                  </a:moveTo>
                  <a:cubicBezTo>
                    <a:pt x="0" y="133985"/>
                    <a:pt x="137922" y="0"/>
                    <a:pt x="307467" y="0"/>
                  </a:cubicBezTo>
                  <a:lnTo>
                    <a:pt x="1174750" y="0"/>
                  </a:lnTo>
                  <a:lnTo>
                    <a:pt x="1174750" y="12700"/>
                  </a:lnTo>
                  <a:lnTo>
                    <a:pt x="1174750" y="0"/>
                  </a:lnTo>
                  <a:cubicBezTo>
                    <a:pt x="1344295" y="0"/>
                    <a:pt x="1482217" y="133985"/>
                    <a:pt x="1482217" y="299847"/>
                  </a:cubicBezTo>
                  <a:lnTo>
                    <a:pt x="1469517" y="299847"/>
                  </a:lnTo>
                  <a:lnTo>
                    <a:pt x="1482217" y="299847"/>
                  </a:lnTo>
                  <a:lnTo>
                    <a:pt x="1469517" y="299847"/>
                  </a:lnTo>
                  <a:lnTo>
                    <a:pt x="1482217" y="299847"/>
                  </a:lnTo>
                  <a:cubicBezTo>
                    <a:pt x="1482217" y="465836"/>
                    <a:pt x="1344295" y="599694"/>
                    <a:pt x="1174750" y="599694"/>
                  </a:cubicBezTo>
                  <a:lnTo>
                    <a:pt x="1174750" y="586994"/>
                  </a:lnTo>
                  <a:lnTo>
                    <a:pt x="1174750" y="599694"/>
                  </a:lnTo>
                  <a:lnTo>
                    <a:pt x="307467" y="599694"/>
                  </a:lnTo>
                  <a:lnTo>
                    <a:pt x="307467" y="586994"/>
                  </a:lnTo>
                  <a:lnTo>
                    <a:pt x="307467" y="599694"/>
                  </a:lnTo>
                  <a:cubicBezTo>
                    <a:pt x="137922" y="599821"/>
                    <a:pt x="0" y="465836"/>
                    <a:pt x="0" y="299847"/>
                  </a:cubicBezTo>
                  <a:lnTo>
                    <a:pt x="12700" y="299847"/>
                  </a:lnTo>
                  <a:lnTo>
                    <a:pt x="0" y="299847"/>
                  </a:lnTo>
                  <a:moveTo>
                    <a:pt x="25400" y="299847"/>
                  </a:moveTo>
                  <a:lnTo>
                    <a:pt x="12700" y="299847"/>
                  </a:lnTo>
                  <a:lnTo>
                    <a:pt x="25400" y="299847"/>
                  </a:lnTo>
                  <a:cubicBezTo>
                    <a:pt x="25400" y="451104"/>
                    <a:pt x="151384" y="574294"/>
                    <a:pt x="307467" y="574294"/>
                  </a:cubicBezTo>
                  <a:lnTo>
                    <a:pt x="1174750" y="574294"/>
                  </a:lnTo>
                  <a:cubicBezTo>
                    <a:pt x="1330833" y="574294"/>
                    <a:pt x="1456817" y="451104"/>
                    <a:pt x="1456817" y="299847"/>
                  </a:cubicBezTo>
                  <a:cubicBezTo>
                    <a:pt x="1456817" y="148590"/>
                    <a:pt x="1330833" y="25400"/>
                    <a:pt x="1174750" y="25400"/>
                  </a:cubicBezTo>
                  <a:lnTo>
                    <a:pt x="307467" y="25400"/>
                  </a:lnTo>
                  <a:lnTo>
                    <a:pt x="307467" y="12700"/>
                  </a:lnTo>
                  <a:lnTo>
                    <a:pt x="307467" y="25400"/>
                  </a:lnTo>
                  <a:cubicBezTo>
                    <a:pt x="151384" y="25400"/>
                    <a:pt x="25400" y="148590"/>
                    <a:pt x="25400" y="299847"/>
                  </a:cubicBezTo>
                  <a:close/>
                </a:path>
              </a:pathLst>
            </a:custGeom>
            <a:solidFill>
              <a:srgbClr val="999999"/>
            </a:solidFill>
          </p:spPr>
          <p:txBody>
            <a:bodyPr/>
            <a:lstStyle/>
            <a:p>
              <a:endParaRPr lang="pt-BR"/>
            </a:p>
          </p:txBody>
        </p:sp>
        <p:sp>
          <p:nvSpPr>
            <p:cNvPr id="35" name="TextBox 35"/>
            <p:cNvSpPr txBox="1"/>
            <p:nvPr/>
          </p:nvSpPr>
          <p:spPr>
            <a:xfrm>
              <a:off x="0" y="0"/>
              <a:ext cx="1482204" cy="599796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920"/>
                </a:lnSpc>
              </a:pPr>
              <a:r>
                <a:rPr lang="en-US" sz="1600">
                  <a:solidFill>
                    <a:srgbClr val="999999"/>
                  </a:solidFill>
                  <a:latin typeface="Source Sans 3"/>
                  <a:ea typeface="Source Sans 3"/>
                  <a:cs typeface="Source Sans 3"/>
                  <a:sym typeface="Source Sans 3"/>
                </a:rPr>
                <a:t>LOREM</a:t>
              </a:r>
            </a:p>
          </p:txBody>
        </p:sp>
      </p:grpSp>
      <p:grpSp>
        <p:nvGrpSpPr>
          <p:cNvPr id="36" name="Group 36"/>
          <p:cNvGrpSpPr/>
          <p:nvPr/>
        </p:nvGrpSpPr>
        <p:grpSpPr>
          <a:xfrm>
            <a:off x="2766374" y="6153798"/>
            <a:ext cx="1205246" cy="449847"/>
            <a:chOff x="0" y="0"/>
            <a:chExt cx="1606994" cy="599796"/>
          </a:xfrm>
        </p:grpSpPr>
        <p:sp>
          <p:nvSpPr>
            <p:cNvPr id="37" name="Freeform 37"/>
            <p:cNvSpPr/>
            <p:nvPr/>
          </p:nvSpPr>
          <p:spPr>
            <a:xfrm>
              <a:off x="0" y="0"/>
              <a:ext cx="1606931" cy="599694"/>
            </a:xfrm>
            <a:custGeom>
              <a:avLst/>
              <a:gdLst/>
              <a:ahLst/>
              <a:cxnLst/>
              <a:rect l="l" t="t" r="r" b="b"/>
              <a:pathLst>
                <a:path w="1606931" h="599694">
                  <a:moveTo>
                    <a:pt x="0" y="299847"/>
                  </a:moveTo>
                  <a:cubicBezTo>
                    <a:pt x="0" y="133985"/>
                    <a:pt x="138176" y="0"/>
                    <a:pt x="307848" y="0"/>
                  </a:cubicBezTo>
                  <a:lnTo>
                    <a:pt x="1299083" y="0"/>
                  </a:lnTo>
                  <a:lnTo>
                    <a:pt x="1299083" y="12700"/>
                  </a:lnTo>
                  <a:lnTo>
                    <a:pt x="1299083" y="0"/>
                  </a:lnTo>
                  <a:cubicBezTo>
                    <a:pt x="1468755" y="0"/>
                    <a:pt x="1606931" y="133985"/>
                    <a:pt x="1606931" y="299847"/>
                  </a:cubicBezTo>
                  <a:lnTo>
                    <a:pt x="1594231" y="299847"/>
                  </a:lnTo>
                  <a:lnTo>
                    <a:pt x="1606931" y="299847"/>
                  </a:lnTo>
                  <a:lnTo>
                    <a:pt x="1594231" y="299847"/>
                  </a:lnTo>
                  <a:lnTo>
                    <a:pt x="1606931" y="299847"/>
                  </a:lnTo>
                  <a:cubicBezTo>
                    <a:pt x="1606931" y="465836"/>
                    <a:pt x="1468755" y="599694"/>
                    <a:pt x="1299083" y="599694"/>
                  </a:cubicBezTo>
                  <a:lnTo>
                    <a:pt x="1299083" y="586994"/>
                  </a:lnTo>
                  <a:lnTo>
                    <a:pt x="1299083" y="599694"/>
                  </a:lnTo>
                  <a:lnTo>
                    <a:pt x="307848" y="599694"/>
                  </a:lnTo>
                  <a:lnTo>
                    <a:pt x="307848" y="586994"/>
                  </a:lnTo>
                  <a:lnTo>
                    <a:pt x="307848" y="599694"/>
                  </a:lnTo>
                  <a:cubicBezTo>
                    <a:pt x="138176" y="599821"/>
                    <a:pt x="0" y="465836"/>
                    <a:pt x="0" y="299847"/>
                  </a:cubicBezTo>
                  <a:lnTo>
                    <a:pt x="12700" y="299847"/>
                  </a:lnTo>
                  <a:lnTo>
                    <a:pt x="0" y="299847"/>
                  </a:lnTo>
                  <a:moveTo>
                    <a:pt x="25400" y="299847"/>
                  </a:moveTo>
                  <a:lnTo>
                    <a:pt x="12700" y="299847"/>
                  </a:lnTo>
                  <a:lnTo>
                    <a:pt x="25400" y="299847"/>
                  </a:lnTo>
                  <a:cubicBezTo>
                    <a:pt x="25400" y="451104"/>
                    <a:pt x="151511" y="574294"/>
                    <a:pt x="307848" y="574294"/>
                  </a:cubicBezTo>
                  <a:lnTo>
                    <a:pt x="1299083" y="574294"/>
                  </a:lnTo>
                  <a:cubicBezTo>
                    <a:pt x="1455420" y="574294"/>
                    <a:pt x="1581531" y="451104"/>
                    <a:pt x="1581531" y="299847"/>
                  </a:cubicBezTo>
                  <a:cubicBezTo>
                    <a:pt x="1581531" y="148590"/>
                    <a:pt x="1455420" y="25400"/>
                    <a:pt x="1299083" y="25400"/>
                  </a:cubicBezTo>
                  <a:lnTo>
                    <a:pt x="307848" y="25400"/>
                  </a:lnTo>
                  <a:lnTo>
                    <a:pt x="307848" y="12700"/>
                  </a:lnTo>
                  <a:lnTo>
                    <a:pt x="307848" y="25400"/>
                  </a:lnTo>
                  <a:cubicBezTo>
                    <a:pt x="151511" y="25400"/>
                    <a:pt x="25400" y="148590"/>
                    <a:pt x="25400" y="299847"/>
                  </a:cubicBezTo>
                  <a:close/>
                </a:path>
              </a:pathLst>
            </a:custGeom>
            <a:solidFill>
              <a:srgbClr val="999999"/>
            </a:solidFill>
          </p:spPr>
          <p:txBody>
            <a:bodyPr/>
            <a:lstStyle/>
            <a:p>
              <a:endParaRPr lang="pt-BR"/>
            </a:p>
          </p:txBody>
        </p:sp>
        <p:sp>
          <p:nvSpPr>
            <p:cNvPr id="38" name="TextBox 38"/>
            <p:cNvSpPr txBox="1"/>
            <p:nvPr/>
          </p:nvSpPr>
          <p:spPr>
            <a:xfrm>
              <a:off x="0" y="0"/>
              <a:ext cx="1606994" cy="599796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920"/>
                </a:lnSpc>
              </a:pPr>
              <a:r>
                <a:rPr lang="en-US" sz="1600">
                  <a:solidFill>
                    <a:srgbClr val="999999"/>
                  </a:solidFill>
                  <a:latin typeface="Source Sans 3"/>
                  <a:ea typeface="Source Sans 3"/>
                  <a:cs typeface="Source Sans 3"/>
                  <a:sym typeface="Source Sans 3"/>
                </a:rPr>
                <a:t>LOREM</a:t>
              </a:r>
            </a:p>
          </p:txBody>
        </p:sp>
      </p:grpSp>
      <p:grpSp>
        <p:nvGrpSpPr>
          <p:cNvPr id="39" name="Group 39"/>
          <p:cNvGrpSpPr/>
          <p:nvPr/>
        </p:nvGrpSpPr>
        <p:grpSpPr>
          <a:xfrm>
            <a:off x="13637276" y="8928183"/>
            <a:ext cx="1111653" cy="449847"/>
            <a:chOff x="0" y="0"/>
            <a:chExt cx="1482204" cy="599796"/>
          </a:xfrm>
        </p:grpSpPr>
        <p:sp>
          <p:nvSpPr>
            <p:cNvPr id="40" name="Freeform 40"/>
            <p:cNvSpPr/>
            <p:nvPr/>
          </p:nvSpPr>
          <p:spPr>
            <a:xfrm>
              <a:off x="0" y="0"/>
              <a:ext cx="1482217" cy="599694"/>
            </a:xfrm>
            <a:custGeom>
              <a:avLst/>
              <a:gdLst/>
              <a:ahLst/>
              <a:cxnLst/>
              <a:rect l="l" t="t" r="r" b="b"/>
              <a:pathLst>
                <a:path w="1482217" h="599694">
                  <a:moveTo>
                    <a:pt x="0" y="299847"/>
                  </a:moveTo>
                  <a:cubicBezTo>
                    <a:pt x="0" y="133985"/>
                    <a:pt x="137922" y="0"/>
                    <a:pt x="307467" y="0"/>
                  </a:cubicBezTo>
                  <a:lnTo>
                    <a:pt x="1174750" y="0"/>
                  </a:lnTo>
                  <a:lnTo>
                    <a:pt x="1174750" y="12700"/>
                  </a:lnTo>
                  <a:lnTo>
                    <a:pt x="1174750" y="0"/>
                  </a:lnTo>
                  <a:cubicBezTo>
                    <a:pt x="1344295" y="0"/>
                    <a:pt x="1482217" y="133985"/>
                    <a:pt x="1482217" y="299847"/>
                  </a:cubicBezTo>
                  <a:lnTo>
                    <a:pt x="1469517" y="299847"/>
                  </a:lnTo>
                  <a:lnTo>
                    <a:pt x="1482217" y="299847"/>
                  </a:lnTo>
                  <a:lnTo>
                    <a:pt x="1469517" y="299847"/>
                  </a:lnTo>
                  <a:lnTo>
                    <a:pt x="1482217" y="299847"/>
                  </a:lnTo>
                  <a:cubicBezTo>
                    <a:pt x="1482217" y="465836"/>
                    <a:pt x="1344295" y="599694"/>
                    <a:pt x="1174750" y="599694"/>
                  </a:cubicBezTo>
                  <a:lnTo>
                    <a:pt x="1174750" y="586994"/>
                  </a:lnTo>
                  <a:lnTo>
                    <a:pt x="1174750" y="599694"/>
                  </a:lnTo>
                  <a:lnTo>
                    <a:pt x="307467" y="599694"/>
                  </a:lnTo>
                  <a:lnTo>
                    <a:pt x="307467" y="586994"/>
                  </a:lnTo>
                  <a:lnTo>
                    <a:pt x="307467" y="599694"/>
                  </a:lnTo>
                  <a:cubicBezTo>
                    <a:pt x="137922" y="599821"/>
                    <a:pt x="0" y="465836"/>
                    <a:pt x="0" y="299847"/>
                  </a:cubicBezTo>
                  <a:lnTo>
                    <a:pt x="12700" y="299847"/>
                  </a:lnTo>
                  <a:lnTo>
                    <a:pt x="0" y="299847"/>
                  </a:lnTo>
                  <a:moveTo>
                    <a:pt x="25400" y="299847"/>
                  </a:moveTo>
                  <a:lnTo>
                    <a:pt x="12700" y="299847"/>
                  </a:lnTo>
                  <a:lnTo>
                    <a:pt x="25400" y="299847"/>
                  </a:lnTo>
                  <a:cubicBezTo>
                    <a:pt x="25400" y="451104"/>
                    <a:pt x="151384" y="574294"/>
                    <a:pt x="307467" y="574294"/>
                  </a:cubicBezTo>
                  <a:lnTo>
                    <a:pt x="1174750" y="574294"/>
                  </a:lnTo>
                  <a:cubicBezTo>
                    <a:pt x="1330833" y="574294"/>
                    <a:pt x="1456817" y="451104"/>
                    <a:pt x="1456817" y="299847"/>
                  </a:cubicBezTo>
                  <a:cubicBezTo>
                    <a:pt x="1456817" y="148590"/>
                    <a:pt x="1330833" y="25400"/>
                    <a:pt x="1174750" y="25400"/>
                  </a:cubicBezTo>
                  <a:lnTo>
                    <a:pt x="307467" y="25400"/>
                  </a:lnTo>
                  <a:lnTo>
                    <a:pt x="307467" y="12700"/>
                  </a:lnTo>
                  <a:lnTo>
                    <a:pt x="307467" y="25400"/>
                  </a:lnTo>
                  <a:cubicBezTo>
                    <a:pt x="151384" y="25400"/>
                    <a:pt x="25400" y="148590"/>
                    <a:pt x="25400" y="299847"/>
                  </a:cubicBezTo>
                  <a:close/>
                </a:path>
              </a:pathLst>
            </a:custGeom>
            <a:solidFill>
              <a:srgbClr val="999999"/>
            </a:solidFill>
          </p:spPr>
          <p:txBody>
            <a:bodyPr/>
            <a:lstStyle/>
            <a:p>
              <a:endParaRPr lang="pt-BR"/>
            </a:p>
          </p:txBody>
        </p:sp>
        <p:sp>
          <p:nvSpPr>
            <p:cNvPr id="41" name="TextBox 41"/>
            <p:cNvSpPr txBox="1"/>
            <p:nvPr/>
          </p:nvSpPr>
          <p:spPr>
            <a:xfrm>
              <a:off x="0" y="0"/>
              <a:ext cx="1482204" cy="599796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920"/>
                </a:lnSpc>
              </a:pPr>
              <a:r>
                <a:rPr lang="en-US" sz="1600">
                  <a:solidFill>
                    <a:srgbClr val="999999"/>
                  </a:solidFill>
                  <a:latin typeface="Source Sans 3"/>
                  <a:ea typeface="Source Sans 3"/>
                  <a:cs typeface="Source Sans 3"/>
                  <a:sym typeface="Source Sans 3"/>
                </a:rPr>
                <a:t>LOREM</a:t>
              </a:r>
            </a:p>
          </p:txBody>
        </p:sp>
      </p:grpSp>
      <p:grpSp>
        <p:nvGrpSpPr>
          <p:cNvPr id="42" name="Group 42"/>
          <p:cNvGrpSpPr/>
          <p:nvPr/>
        </p:nvGrpSpPr>
        <p:grpSpPr>
          <a:xfrm>
            <a:off x="14796726" y="8928183"/>
            <a:ext cx="1205246" cy="449847"/>
            <a:chOff x="0" y="0"/>
            <a:chExt cx="1606994" cy="599796"/>
          </a:xfrm>
        </p:grpSpPr>
        <p:sp>
          <p:nvSpPr>
            <p:cNvPr id="43" name="Freeform 43"/>
            <p:cNvSpPr/>
            <p:nvPr/>
          </p:nvSpPr>
          <p:spPr>
            <a:xfrm>
              <a:off x="0" y="0"/>
              <a:ext cx="1606931" cy="599694"/>
            </a:xfrm>
            <a:custGeom>
              <a:avLst/>
              <a:gdLst/>
              <a:ahLst/>
              <a:cxnLst/>
              <a:rect l="l" t="t" r="r" b="b"/>
              <a:pathLst>
                <a:path w="1606931" h="599694">
                  <a:moveTo>
                    <a:pt x="0" y="299847"/>
                  </a:moveTo>
                  <a:cubicBezTo>
                    <a:pt x="0" y="133985"/>
                    <a:pt x="138176" y="0"/>
                    <a:pt x="307848" y="0"/>
                  </a:cubicBezTo>
                  <a:lnTo>
                    <a:pt x="1299083" y="0"/>
                  </a:lnTo>
                  <a:lnTo>
                    <a:pt x="1299083" y="12700"/>
                  </a:lnTo>
                  <a:lnTo>
                    <a:pt x="1299083" y="0"/>
                  </a:lnTo>
                  <a:cubicBezTo>
                    <a:pt x="1468755" y="0"/>
                    <a:pt x="1606931" y="133985"/>
                    <a:pt x="1606931" y="299847"/>
                  </a:cubicBezTo>
                  <a:lnTo>
                    <a:pt x="1594231" y="299847"/>
                  </a:lnTo>
                  <a:lnTo>
                    <a:pt x="1606931" y="299847"/>
                  </a:lnTo>
                  <a:lnTo>
                    <a:pt x="1594231" y="299847"/>
                  </a:lnTo>
                  <a:lnTo>
                    <a:pt x="1606931" y="299847"/>
                  </a:lnTo>
                  <a:cubicBezTo>
                    <a:pt x="1606931" y="465836"/>
                    <a:pt x="1468755" y="599694"/>
                    <a:pt x="1299083" y="599694"/>
                  </a:cubicBezTo>
                  <a:lnTo>
                    <a:pt x="1299083" y="586994"/>
                  </a:lnTo>
                  <a:lnTo>
                    <a:pt x="1299083" y="599694"/>
                  </a:lnTo>
                  <a:lnTo>
                    <a:pt x="307848" y="599694"/>
                  </a:lnTo>
                  <a:lnTo>
                    <a:pt x="307848" y="586994"/>
                  </a:lnTo>
                  <a:lnTo>
                    <a:pt x="307848" y="599694"/>
                  </a:lnTo>
                  <a:cubicBezTo>
                    <a:pt x="138176" y="599821"/>
                    <a:pt x="0" y="465836"/>
                    <a:pt x="0" y="299847"/>
                  </a:cubicBezTo>
                  <a:lnTo>
                    <a:pt x="12700" y="299847"/>
                  </a:lnTo>
                  <a:lnTo>
                    <a:pt x="0" y="299847"/>
                  </a:lnTo>
                  <a:moveTo>
                    <a:pt x="25400" y="299847"/>
                  </a:moveTo>
                  <a:lnTo>
                    <a:pt x="12700" y="299847"/>
                  </a:lnTo>
                  <a:lnTo>
                    <a:pt x="25400" y="299847"/>
                  </a:lnTo>
                  <a:cubicBezTo>
                    <a:pt x="25400" y="451104"/>
                    <a:pt x="151511" y="574294"/>
                    <a:pt x="307848" y="574294"/>
                  </a:cubicBezTo>
                  <a:lnTo>
                    <a:pt x="1299083" y="574294"/>
                  </a:lnTo>
                  <a:cubicBezTo>
                    <a:pt x="1455420" y="574294"/>
                    <a:pt x="1581531" y="451104"/>
                    <a:pt x="1581531" y="299847"/>
                  </a:cubicBezTo>
                  <a:cubicBezTo>
                    <a:pt x="1581531" y="148590"/>
                    <a:pt x="1455420" y="25400"/>
                    <a:pt x="1299083" y="25400"/>
                  </a:cubicBezTo>
                  <a:lnTo>
                    <a:pt x="307848" y="25400"/>
                  </a:lnTo>
                  <a:lnTo>
                    <a:pt x="307848" y="12700"/>
                  </a:lnTo>
                  <a:lnTo>
                    <a:pt x="307848" y="25400"/>
                  </a:lnTo>
                  <a:cubicBezTo>
                    <a:pt x="151511" y="25400"/>
                    <a:pt x="25400" y="148590"/>
                    <a:pt x="25400" y="299847"/>
                  </a:cubicBezTo>
                  <a:close/>
                </a:path>
              </a:pathLst>
            </a:custGeom>
            <a:solidFill>
              <a:srgbClr val="999999"/>
            </a:solidFill>
          </p:spPr>
          <p:txBody>
            <a:bodyPr/>
            <a:lstStyle/>
            <a:p>
              <a:endParaRPr lang="pt-BR"/>
            </a:p>
          </p:txBody>
        </p:sp>
        <p:sp>
          <p:nvSpPr>
            <p:cNvPr id="44" name="TextBox 44"/>
            <p:cNvSpPr txBox="1"/>
            <p:nvPr/>
          </p:nvSpPr>
          <p:spPr>
            <a:xfrm>
              <a:off x="0" y="0"/>
              <a:ext cx="1606994" cy="599796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920"/>
                </a:lnSpc>
              </a:pPr>
              <a:r>
                <a:rPr lang="en-US" sz="1600">
                  <a:solidFill>
                    <a:srgbClr val="999999"/>
                  </a:solidFill>
                  <a:latin typeface="Source Sans 3"/>
                  <a:ea typeface="Source Sans 3"/>
                  <a:cs typeface="Source Sans 3"/>
                  <a:sym typeface="Source Sans 3"/>
                </a:rPr>
                <a:t>LOREM</a:t>
              </a:r>
            </a:p>
          </p:txBody>
        </p:sp>
      </p:grpSp>
      <p:grpSp>
        <p:nvGrpSpPr>
          <p:cNvPr id="45" name="Group 45"/>
          <p:cNvGrpSpPr/>
          <p:nvPr/>
        </p:nvGrpSpPr>
        <p:grpSpPr>
          <a:xfrm>
            <a:off x="8811387" y="1965950"/>
            <a:ext cx="665988" cy="665998"/>
            <a:chOff x="0" y="0"/>
            <a:chExt cx="887984" cy="887997"/>
          </a:xfrm>
        </p:grpSpPr>
        <p:sp>
          <p:nvSpPr>
            <p:cNvPr id="46" name="Freeform 46"/>
            <p:cNvSpPr/>
            <p:nvPr/>
          </p:nvSpPr>
          <p:spPr>
            <a:xfrm>
              <a:off x="0" y="0"/>
              <a:ext cx="887984" cy="887984"/>
            </a:xfrm>
            <a:custGeom>
              <a:avLst/>
              <a:gdLst/>
              <a:ahLst/>
              <a:cxnLst/>
              <a:rect l="l" t="t" r="r" b="b"/>
              <a:pathLst>
                <a:path w="887984" h="887984">
                  <a:moveTo>
                    <a:pt x="0" y="0"/>
                  </a:moveTo>
                  <a:lnTo>
                    <a:pt x="887984" y="0"/>
                  </a:lnTo>
                  <a:lnTo>
                    <a:pt x="887984" y="887984"/>
                  </a:lnTo>
                  <a:lnTo>
                    <a:pt x="0" y="88798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r="-1" b="-1"/>
              </a:stretch>
            </a:blipFill>
          </p:spPr>
          <p:txBody>
            <a:bodyPr/>
            <a:lstStyle/>
            <a:p>
              <a:endParaRPr lang="pt-BR"/>
            </a:p>
          </p:txBody>
        </p:sp>
      </p:grpSp>
      <p:grpSp>
        <p:nvGrpSpPr>
          <p:cNvPr id="47" name="Group 47"/>
          <p:cNvGrpSpPr/>
          <p:nvPr/>
        </p:nvGrpSpPr>
        <p:grpSpPr>
          <a:xfrm>
            <a:off x="8811387" y="4799276"/>
            <a:ext cx="665988" cy="665998"/>
            <a:chOff x="0" y="0"/>
            <a:chExt cx="887984" cy="887997"/>
          </a:xfrm>
        </p:grpSpPr>
        <p:sp>
          <p:nvSpPr>
            <p:cNvPr id="48" name="Freeform 48"/>
            <p:cNvSpPr/>
            <p:nvPr/>
          </p:nvSpPr>
          <p:spPr>
            <a:xfrm>
              <a:off x="0" y="0"/>
              <a:ext cx="887984" cy="887984"/>
            </a:xfrm>
            <a:custGeom>
              <a:avLst/>
              <a:gdLst/>
              <a:ahLst/>
              <a:cxnLst/>
              <a:rect l="l" t="t" r="r" b="b"/>
              <a:pathLst>
                <a:path w="887984" h="887984">
                  <a:moveTo>
                    <a:pt x="0" y="0"/>
                  </a:moveTo>
                  <a:lnTo>
                    <a:pt x="887984" y="0"/>
                  </a:lnTo>
                  <a:lnTo>
                    <a:pt x="887984" y="887984"/>
                  </a:lnTo>
                  <a:lnTo>
                    <a:pt x="0" y="88798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r="-1" b="-1"/>
              </a:stretch>
            </a:blipFill>
          </p:spPr>
          <p:txBody>
            <a:bodyPr/>
            <a:lstStyle/>
            <a:p>
              <a:endParaRPr lang="pt-BR"/>
            </a:p>
          </p:txBody>
        </p:sp>
      </p:grpSp>
      <p:grpSp>
        <p:nvGrpSpPr>
          <p:cNvPr id="49" name="Group 49"/>
          <p:cNvGrpSpPr/>
          <p:nvPr/>
        </p:nvGrpSpPr>
        <p:grpSpPr>
          <a:xfrm>
            <a:off x="8811387" y="7632630"/>
            <a:ext cx="665988" cy="665998"/>
            <a:chOff x="0" y="0"/>
            <a:chExt cx="887984" cy="887997"/>
          </a:xfrm>
        </p:grpSpPr>
        <p:sp>
          <p:nvSpPr>
            <p:cNvPr id="50" name="Freeform 50"/>
            <p:cNvSpPr/>
            <p:nvPr/>
          </p:nvSpPr>
          <p:spPr>
            <a:xfrm>
              <a:off x="0" y="0"/>
              <a:ext cx="887984" cy="887984"/>
            </a:xfrm>
            <a:custGeom>
              <a:avLst/>
              <a:gdLst/>
              <a:ahLst/>
              <a:cxnLst/>
              <a:rect l="l" t="t" r="r" b="b"/>
              <a:pathLst>
                <a:path w="887984" h="887984">
                  <a:moveTo>
                    <a:pt x="0" y="0"/>
                  </a:moveTo>
                  <a:lnTo>
                    <a:pt x="887984" y="0"/>
                  </a:lnTo>
                  <a:lnTo>
                    <a:pt x="887984" y="887984"/>
                  </a:lnTo>
                  <a:lnTo>
                    <a:pt x="0" y="88798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r="-1" b="-1"/>
              </a:stretch>
            </a:blipFill>
          </p:spPr>
          <p:txBody>
            <a:bodyPr/>
            <a:lstStyle/>
            <a:p>
              <a:endParaRPr lang="pt-BR"/>
            </a:p>
          </p:txBody>
        </p:sp>
      </p:grpSp>
      <p:cxnSp>
        <p:nvCxnSpPr>
          <p:cNvPr id="51" name="Google Shape;228;p12">
            <a:extLst>
              <a:ext uri="{FF2B5EF4-FFF2-40B4-BE49-F238E27FC236}">
                <a16:creationId xmlns:a16="http://schemas.microsoft.com/office/drawing/2014/main" id="{8AA32A8E-7A82-C244-9896-03090CD42A3A}"/>
              </a:ext>
            </a:extLst>
          </p:cNvPr>
          <p:cNvCxnSpPr>
            <a:cxnSpLocks/>
          </p:cNvCxnSpPr>
          <p:nvPr/>
        </p:nvCxnSpPr>
        <p:spPr>
          <a:xfrm>
            <a:off x="9144000" y="2582517"/>
            <a:ext cx="0" cy="2216759"/>
          </a:xfrm>
          <a:prstGeom prst="straightConnector1">
            <a:avLst/>
          </a:prstGeom>
          <a:noFill/>
          <a:ln w="9525" cap="flat" cmpd="sng">
            <a:solidFill>
              <a:srgbClr val="002060"/>
            </a:solidFill>
            <a:prstDash val="dot"/>
            <a:round/>
            <a:headEnd type="none" w="sm" len="sm"/>
            <a:tailEnd type="none" w="sm" len="sm"/>
          </a:ln>
        </p:spPr>
      </p:cxnSp>
      <p:cxnSp>
        <p:nvCxnSpPr>
          <p:cNvPr id="52" name="Google Shape;228;p12">
            <a:extLst>
              <a:ext uri="{FF2B5EF4-FFF2-40B4-BE49-F238E27FC236}">
                <a16:creationId xmlns:a16="http://schemas.microsoft.com/office/drawing/2014/main" id="{47BE4EA8-E577-035F-D1EB-6E9978539B79}"/>
              </a:ext>
            </a:extLst>
          </p:cNvPr>
          <p:cNvCxnSpPr>
            <a:cxnSpLocks/>
          </p:cNvCxnSpPr>
          <p:nvPr/>
        </p:nvCxnSpPr>
        <p:spPr>
          <a:xfrm>
            <a:off x="9144000" y="5415200"/>
            <a:ext cx="0" cy="2217430"/>
          </a:xfrm>
          <a:prstGeom prst="straightConnector1">
            <a:avLst/>
          </a:prstGeom>
          <a:noFill/>
          <a:ln w="9525" cap="flat" cmpd="sng">
            <a:solidFill>
              <a:srgbClr val="002060"/>
            </a:solidFill>
            <a:prstDash val="dot"/>
            <a:round/>
            <a:headEnd type="none" w="sm" len="sm"/>
            <a:tailEnd type="none" w="sm" len="sm"/>
          </a:ln>
        </p:spPr>
      </p:cxnSp>
      <p:cxnSp>
        <p:nvCxnSpPr>
          <p:cNvPr id="57" name="Google Shape;228;p12">
            <a:extLst>
              <a:ext uri="{FF2B5EF4-FFF2-40B4-BE49-F238E27FC236}">
                <a16:creationId xmlns:a16="http://schemas.microsoft.com/office/drawing/2014/main" id="{DFE0698E-E9C6-14C8-EA98-28CEE497B513}"/>
              </a:ext>
            </a:extLst>
          </p:cNvPr>
          <p:cNvCxnSpPr>
            <a:cxnSpLocks/>
          </p:cNvCxnSpPr>
          <p:nvPr/>
        </p:nvCxnSpPr>
        <p:spPr>
          <a:xfrm>
            <a:off x="9477375" y="2265084"/>
            <a:ext cx="4063897" cy="5181"/>
          </a:xfrm>
          <a:prstGeom prst="straightConnector1">
            <a:avLst/>
          </a:prstGeom>
          <a:noFill/>
          <a:ln w="9525" cap="flat" cmpd="sng">
            <a:solidFill>
              <a:srgbClr val="002060"/>
            </a:solidFill>
            <a:prstDash val="dot"/>
            <a:round/>
            <a:headEnd type="none" w="sm" len="sm"/>
            <a:tailEnd type="none" w="sm" len="sm"/>
          </a:ln>
        </p:spPr>
      </p:cxnSp>
      <p:cxnSp>
        <p:nvCxnSpPr>
          <p:cNvPr id="61" name="Google Shape;228;p12">
            <a:extLst>
              <a:ext uri="{FF2B5EF4-FFF2-40B4-BE49-F238E27FC236}">
                <a16:creationId xmlns:a16="http://schemas.microsoft.com/office/drawing/2014/main" id="{92657FBC-6750-31EA-6F01-83B5AE0CC651}"/>
              </a:ext>
            </a:extLst>
          </p:cNvPr>
          <p:cNvCxnSpPr>
            <a:cxnSpLocks/>
          </p:cNvCxnSpPr>
          <p:nvPr/>
        </p:nvCxnSpPr>
        <p:spPr>
          <a:xfrm flipV="1">
            <a:off x="9467794" y="7971635"/>
            <a:ext cx="4073478" cy="10563"/>
          </a:xfrm>
          <a:prstGeom prst="straightConnector1">
            <a:avLst/>
          </a:prstGeom>
          <a:noFill/>
          <a:ln w="9525" cap="flat" cmpd="sng">
            <a:solidFill>
              <a:srgbClr val="002060"/>
            </a:solidFill>
            <a:prstDash val="dot"/>
            <a:round/>
            <a:headEnd type="none" w="sm" len="sm"/>
            <a:tailEnd type="none" w="sm" len="sm"/>
          </a:ln>
        </p:spPr>
      </p:cxnSp>
      <p:cxnSp>
        <p:nvCxnSpPr>
          <p:cNvPr id="65" name="Google Shape;228;p12">
            <a:extLst>
              <a:ext uri="{FF2B5EF4-FFF2-40B4-BE49-F238E27FC236}">
                <a16:creationId xmlns:a16="http://schemas.microsoft.com/office/drawing/2014/main" id="{3EF93476-AEC3-42F3-05A0-3E4AD3935CAC}"/>
              </a:ext>
            </a:extLst>
          </p:cNvPr>
          <p:cNvCxnSpPr>
            <a:cxnSpLocks/>
            <a:stCxn id="20" idx="3"/>
          </p:cNvCxnSpPr>
          <p:nvPr/>
        </p:nvCxnSpPr>
        <p:spPr>
          <a:xfrm flipV="1">
            <a:off x="2706853" y="5133052"/>
            <a:ext cx="6104496" cy="22059"/>
          </a:xfrm>
          <a:prstGeom prst="straightConnector1">
            <a:avLst/>
          </a:prstGeom>
          <a:noFill/>
          <a:ln w="9525" cap="flat" cmpd="sng">
            <a:solidFill>
              <a:srgbClr val="002060"/>
            </a:solidFill>
            <a:prstDash val="dot"/>
            <a:round/>
            <a:headEnd type="none" w="sm" len="sm"/>
            <a:tailEnd type="none" w="sm" len="sm"/>
          </a:ln>
        </p:spPr>
      </p:cxn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1" name="Google Shape;251;p13"/>
          <p:cNvSpPr txBox="1">
            <a:spLocks noGrp="1"/>
          </p:cNvSpPr>
          <p:nvPr>
            <p:ph type="subTitle" idx="1"/>
          </p:nvPr>
        </p:nvSpPr>
        <p:spPr>
          <a:xfrm>
            <a:off x="1079982" y="970800"/>
            <a:ext cx="4921800" cy="556800"/>
          </a:xfrm>
          <a:prstGeom prst="rect">
            <a:avLst/>
          </a:prstGeom>
          <a:noFill/>
          <a:ln>
            <a:noFill/>
          </a:ln>
        </p:spPr>
        <p:txBody>
          <a:bodyPr spcFirstLastPara="1" vert="horz" wrap="square" lIns="182850" tIns="182850" rIns="182850" bIns="182850" rtlCol="0" anchor="t" anchorCtr="0">
            <a:noAutofit/>
          </a:bodyPr>
          <a:lstStyle/>
          <a:p>
            <a:pPr marL="0" indent="0"/>
            <a:r>
              <a:rPr lang="pt-BR" dirty="0"/>
              <a:t>SLIDES EXEMPLO</a:t>
            </a:r>
            <a:endParaRPr dirty="0"/>
          </a:p>
        </p:txBody>
      </p:sp>
      <p:cxnSp>
        <p:nvCxnSpPr>
          <p:cNvPr id="252" name="Google Shape;252;p13"/>
          <p:cNvCxnSpPr/>
          <p:nvPr/>
        </p:nvCxnSpPr>
        <p:spPr>
          <a:xfrm>
            <a:off x="5825550" y="2537950"/>
            <a:ext cx="0" cy="5621400"/>
          </a:xfrm>
          <a:prstGeom prst="straightConnector1">
            <a:avLst/>
          </a:prstGeom>
          <a:noFill/>
          <a:ln w="9525" cap="flat" cmpd="sng">
            <a:solidFill>
              <a:srgbClr val="3F3F3F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253" name="Google Shape;253;p13"/>
          <p:cNvCxnSpPr/>
          <p:nvPr/>
        </p:nvCxnSpPr>
        <p:spPr>
          <a:xfrm rot="10800000">
            <a:off x="5184500" y="7510100"/>
            <a:ext cx="7163400" cy="7800"/>
          </a:xfrm>
          <a:prstGeom prst="straightConnector1">
            <a:avLst/>
          </a:prstGeom>
          <a:noFill/>
          <a:ln w="9525" cap="flat" cmpd="sng">
            <a:solidFill>
              <a:srgbClr val="3F3F3F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254" name="Google Shape;254;p13"/>
          <p:cNvSpPr/>
          <p:nvPr/>
        </p:nvSpPr>
        <p:spPr>
          <a:xfrm>
            <a:off x="6236350" y="5745300"/>
            <a:ext cx="1708200" cy="1341600"/>
          </a:xfrm>
          <a:prstGeom prst="roundRect">
            <a:avLst>
              <a:gd name="adj" fmla="val 33904"/>
            </a:avLst>
          </a:prstGeom>
          <a:solidFill>
            <a:srgbClr val="A0A1A3">
              <a:alpha val="10196"/>
            </a:srgbClr>
          </a:solidFill>
          <a:ln>
            <a:noFill/>
          </a:ln>
        </p:spPr>
        <p:txBody>
          <a:bodyPr spcFirstLastPara="1" wrap="square" lIns="182850" tIns="182850" rIns="182850" bIns="182850" anchor="ctr" anchorCtr="0">
            <a:noAutofit/>
          </a:bodyPr>
          <a:lstStyle/>
          <a:p>
            <a:pPr algn="ctr">
              <a:buClr>
                <a:srgbClr val="000000"/>
              </a:buClr>
              <a:buSzPts val="1400"/>
            </a:pPr>
            <a:endParaRPr sz="28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55" name="Google Shape;255;p13"/>
          <p:cNvSpPr/>
          <p:nvPr/>
        </p:nvSpPr>
        <p:spPr>
          <a:xfrm>
            <a:off x="8246296" y="5026850"/>
            <a:ext cx="1708200" cy="2059800"/>
          </a:xfrm>
          <a:prstGeom prst="roundRect">
            <a:avLst>
              <a:gd name="adj" fmla="val 26402"/>
            </a:avLst>
          </a:prstGeom>
          <a:solidFill>
            <a:srgbClr val="A0A1A3">
              <a:alpha val="10196"/>
            </a:srgbClr>
          </a:solidFill>
          <a:ln>
            <a:noFill/>
          </a:ln>
        </p:spPr>
        <p:txBody>
          <a:bodyPr spcFirstLastPara="1" wrap="square" lIns="182850" tIns="182850" rIns="182850" bIns="182850" anchor="ctr" anchorCtr="0">
            <a:noAutofit/>
          </a:bodyPr>
          <a:lstStyle/>
          <a:p>
            <a:pPr algn="ctr">
              <a:buClr>
                <a:srgbClr val="000000"/>
              </a:buClr>
              <a:buSzPts val="1400"/>
            </a:pPr>
            <a:endParaRPr sz="28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56" name="Google Shape;256;p13"/>
          <p:cNvSpPr/>
          <p:nvPr/>
        </p:nvSpPr>
        <p:spPr>
          <a:xfrm>
            <a:off x="10256244" y="3727550"/>
            <a:ext cx="1708200" cy="3359400"/>
          </a:xfrm>
          <a:prstGeom prst="roundRect">
            <a:avLst>
              <a:gd name="adj" fmla="val 28226"/>
            </a:avLst>
          </a:prstGeom>
          <a:solidFill>
            <a:srgbClr val="A0A1A3">
              <a:alpha val="10196"/>
            </a:srgbClr>
          </a:solidFill>
          <a:ln>
            <a:noFill/>
          </a:ln>
        </p:spPr>
        <p:txBody>
          <a:bodyPr spcFirstLastPara="1" wrap="square" lIns="182850" tIns="182850" rIns="182850" bIns="182850" anchor="ctr" anchorCtr="0">
            <a:noAutofit/>
          </a:bodyPr>
          <a:lstStyle/>
          <a:p>
            <a:pPr algn="ctr">
              <a:buClr>
                <a:srgbClr val="000000"/>
              </a:buClr>
              <a:buSzPts val="1400"/>
            </a:pPr>
            <a:endParaRPr sz="28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57" name="Google Shape;257;p13"/>
          <p:cNvSpPr/>
          <p:nvPr/>
        </p:nvSpPr>
        <p:spPr>
          <a:xfrm rot="-276554">
            <a:off x="2721390" y="4442826"/>
            <a:ext cx="10940168" cy="2548856"/>
          </a:xfrm>
          <a:custGeom>
            <a:avLst/>
            <a:gdLst/>
            <a:ahLst/>
            <a:cxnLst/>
            <a:rect l="l" t="t" r="r" b="b"/>
            <a:pathLst>
              <a:path w="69746" h="16249" extrusionOk="0">
                <a:moveTo>
                  <a:pt x="0" y="8398"/>
                </a:moveTo>
                <a:cubicBezTo>
                  <a:pt x="3414" y="12949"/>
                  <a:pt x="10201" y="15261"/>
                  <a:pt x="15862" y="14696"/>
                </a:cubicBezTo>
                <a:cubicBezTo>
                  <a:pt x="19115" y="14371"/>
                  <a:pt x="21520" y="11139"/>
                  <a:pt x="24726" y="10497"/>
                </a:cubicBezTo>
                <a:cubicBezTo>
                  <a:pt x="28682" y="9705"/>
                  <a:pt x="31592" y="17256"/>
                  <a:pt x="35456" y="16096"/>
                </a:cubicBezTo>
                <a:cubicBezTo>
                  <a:pt x="39166" y="14982"/>
                  <a:pt x="39127" y="8525"/>
                  <a:pt x="42687" y="6998"/>
                </a:cubicBezTo>
                <a:cubicBezTo>
                  <a:pt x="48280" y="4599"/>
                  <a:pt x="54588" y="10814"/>
                  <a:pt x="60649" y="10264"/>
                </a:cubicBezTo>
                <a:cubicBezTo>
                  <a:pt x="65202" y="9851"/>
                  <a:pt x="69746" y="4572"/>
                  <a:pt x="69746" y="0"/>
                </a:cubicBezTo>
              </a:path>
            </a:pathLst>
          </a:custGeom>
          <a:noFill/>
          <a:ln w="9525" cap="flat" cmpd="sng">
            <a:solidFill>
              <a:schemeClr val="dk2"/>
            </a:solidFill>
            <a:prstDash val="dash"/>
            <a:round/>
            <a:headEnd type="none" w="sm" len="sm"/>
            <a:tailEnd type="none" w="sm" len="sm"/>
          </a:ln>
        </p:spPr>
        <p:txBody>
          <a:bodyPr spcFirstLastPara="1" wrap="square" lIns="182850" tIns="182850" rIns="182850" bIns="182850" anchor="ctr" anchorCtr="0">
            <a:noAutofit/>
          </a:bodyPr>
          <a:lstStyle/>
          <a:p>
            <a:endParaRPr sz="3600"/>
          </a:p>
        </p:txBody>
      </p:sp>
      <p:pic>
        <p:nvPicPr>
          <p:cNvPr id="258" name="Google Shape;258;p13" title="hexagono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3413695" y="3872801"/>
            <a:ext cx="332602" cy="33260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  <p:txBody>
          <a:bodyPr/>
          <a:lstStyle/>
          <a:p>
            <a:endParaRPr lang="pt-BR"/>
          </a:p>
        </p:txBody>
      </p:sp>
      <p:grpSp>
        <p:nvGrpSpPr>
          <p:cNvPr id="3" name="Group 3"/>
          <p:cNvGrpSpPr/>
          <p:nvPr/>
        </p:nvGrpSpPr>
        <p:grpSpPr>
          <a:xfrm>
            <a:off x="1079983" y="8915009"/>
            <a:ext cx="1333605" cy="401183"/>
            <a:chOff x="0" y="0"/>
            <a:chExt cx="1778140" cy="534911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1778127" cy="534924"/>
            </a:xfrm>
            <a:custGeom>
              <a:avLst/>
              <a:gdLst/>
              <a:ahLst/>
              <a:cxnLst/>
              <a:rect l="l" t="t" r="r" b="b"/>
              <a:pathLst>
                <a:path w="1778127" h="534924">
                  <a:moveTo>
                    <a:pt x="0" y="0"/>
                  </a:moveTo>
                  <a:lnTo>
                    <a:pt x="1778127" y="0"/>
                  </a:lnTo>
                  <a:lnTo>
                    <a:pt x="1778127" y="534924"/>
                  </a:lnTo>
                  <a:lnTo>
                    <a:pt x="0" y="53492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b="2"/>
              </a:stretch>
            </a:blipFill>
          </p:spPr>
          <p:txBody>
            <a:bodyPr/>
            <a:lstStyle/>
            <a:p>
              <a:endParaRPr lang="pt-BR"/>
            </a:p>
          </p:txBody>
        </p:sp>
      </p:grpSp>
      <p:grpSp>
        <p:nvGrpSpPr>
          <p:cNvPr id="5" name="Group 5"/>
          <p:cNvGrpSpPr/>
          <p:nvPr/>
        </p:nvGrpSpPr>
        <p:grpSpPr>
          <a:xfrm>
            <a:off x="1058923" y="2186397"/>
            <a:ext cx="5302196" cy="6235798"/>
            <a:chOff x="0" y="0"/>
            <a:chExt cx="7069595" cy="8314398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7069582" cy="8314437"/>
            </a:xfrm>
            <a:custGeom>
              <a:avLst/>
              <a:gdLst/>
              <a:ahLst/>
              <a:cxnLst/>
              <a:rect l="l" t="t" r="r" b="b"/>
              <a:pathLst>
                <a:path w="7069582" h="8314437">
                  <a:moveTo>
                    <a:pt x="0" y="692531"/>
                  </a:moveTo>
                  <a:cubicBezTo>
                    <a:pt x="0" y="310007"/>
                    <a:pt x="310007" y="0"/>
                    <a:pt x="692531" y="0"/>
                  </a:cubicBezTo>
                  <a:lnTo>
                    <a:pt x="6377051" y="0"/>
                  </a:lnTo>
                  <a:cubicBezTo>
                    <a:pt x="6759575" y="0"/>
                    <a:pt x="7069582" y="310007"/>
                    <a:pt x="7069582" y="692531"/>
                  </a:cubicBezTo>
                  <a:lnTo>
                    <a:pt x="7069582" y="7621905"/>
                  </a:lnTo>
                  <a:cubicBezTo>
                    <a:pt x="7069582" y="8004429"/>
                    <a:pt x="6759575" y="8314437"/>
                    <a:pt x="6377051" y="8314437"/>
                  </a:cubicBezTo>
                  <a:lnTo>
                    <a:pt x="692531" y="8314437"/>
                  </a:lnTo>
                  <a:cubicBezTo>
                    <a:pt x="310007" y="8314436"/>
                    <a:pt x="0" y="8004302"/>
                    <a:pt x="0" y="7621905"/>
                  </a:cubicBezTo>
                  <a:close/>
                </a:path>
              </a:pathLst>
            </a:custGeom>
            <a:solidFill>
              <a:srgbClr val="6BA8D7">
                <a:alpha val="784"/>
              </a:srgbClr>
            </a:solidFill>
          </p:spPr>
          <p:txBody>
            <a:bodyPr/>
            <a:lstStyle/>
            <a:p>
              <a:endParaRPr lang="pt-BR"/>
            </a:p>
          </p:txBody>
        </p:sp>
      </p:grpSp>
      <p:grpSp>
        <p:nvGrpSpPr>
          <p:cNvPr id="7" name="Group 7"/>
          <p:cNvGrpSpPr/>
          <p:nvPr/>
        </p:nvGrpSpPr>
        <p:grpSpPr>
          <a:xfrm>
            <a:off x="1848422" y="3965953"/>
            <a:ext cx="3748202" cy="3509401"/>
            <a:chOff x="0" y="0"/>
            <a:chExt cx="4997602" cy="4679201"/>
          </a:xfrm>
        </p:grpSpPr>
        <p:sp>
          <p:nvSpPr>
            <p:cNvPr id="8" name="Freeform 8"/>
            <p:cNvSpPr/>
            <p:nvPr/>
          </p:nvSpPr>
          <p:spPr>
            <a:xfrm>
              <a:off x="0" y="0"/>
              <a:ext cx="4997600" cy="4679200"/>
            </a:xfrm>
            <a:custGeom>
              <a:avLst/>
              <a:gdLst/>
              <a:ahLst/>
              <a:cxnLst/>
              <a:rect l="l" t="t" r="r" b="b"/>
              <a:pathLst>
                <a:path w="4997600" h="4679200">
                  <a:moveTo>
                    <a:pt x="0" y="0"/>
                  </a:moveTo>
                  <a:lnTo>
                    <a:pt x="4997600" y="0"/>
                  </a:lnTo>
                  <a:lnTo>
                    <a:pt x="4997600" y="4679200"/>
                  </a:lnTo>
                  <a:lnTo>
                    <a:pt x="0" y="4679200"/>
                  </a:lnTo>
                  <a:close/>
                </a:path>
              </a:pathLst>
            </a:custGeom>
            <a:blipFill>
              <a:blip r:embed="rId5">
                <a:alphaModFix amt="0"/>
              </a:blip>
              <a:stretch>
                <a:fillRect l="-70129" r="-70129"/>
              </a:stretch>
            </a:blipFill>
          </p:spPr>
          <p:txBody>
            <a:bodyPr/>
            <a:lstStyle/>
            <a:p>
              <a:endParaRPr lang="pt-BR"/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0" y="0"/>
              <a:ext cx="4997602" cy="4679201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marL="579120" lvl="1" indent="-289560" algn="l">
                <a:lnSpc>
                  <a:spcPts val="2879"/>
                </a:lnSpc>
                <a:buAutoNum type="arabicPeriod"/>
              </a:pPr>
              <a:r>
                <a:rPr lang="en-US" sz="2400">
                  <a:solidFill>
                    <a:srgbClr val="FFFFFF"/>
                  </a:solidFill>
                  <a:latin typeface="Source Sans 3"/>
                  <a:ea typeface="Source Sans 3"/>
                  <a:cs typeface="Source Sans 3"/>
                  <a:sym typeface="Source Sans 3"/>
                </a:rPr>
                <a:t>prefira o uso de tópicos para um conteúdo objetivo;</a:t>
              </a:r>
            </a:p>
            <a:p>
              <a:pPr marL="579120" lvl="1" indent="-289560" algn="l">
                <a:lnSpc>
                  <a:spcPts val="2879"/>
                </a:lnSpc>
                <a:buAutoNum type="arabicPeriod"/>
              </a:pPr>
              <a:r>
                <a:rPr lang="en-US" sz="2400">
                  <a:solidFill>
                    <a:srgbClr val="FFFFFF"/>
                  </a:solidFill>
                  <a:latin typeface="Source Sans 3"/>
                  <a:ea typeface="Source Sans 3"/>
                  <a:cs typeface="Source Sans 3"/>
                  <a:sym typeface="Source Sans 3"/>
                </a:rPr>
                <a:t>prefira o uso de tópicos para um conteúdo objetivo;</a:t>
              </a:r>
            </a:p>
            <a:p>
              <a:pPr marL="579120" lvl="1" indent="-289560" algn="l">
                <a:lnSpc>
                  <a:spcPts val="2879"/>
                </a:lnSpc>
                <a:buAutoNum type="arabicPeriod"/>
              </a:pPr>
              <a:r>
                <a:rPr lang="en-US" sz="2400">
                  <a:solidFill>
                    <a:srgbClr val="FFFFFF"/>
                  </a:solidFill>
                  <a:latin typeface="Source Sans 3"/>
                  <a:ea typeface="Source Sans 3"/>
                  <a:cs typeface="Source Sans 3"/>
                  <a:sym typeface="Source Sans 3"/>
                </a:rPr>
                <a:t>prefira o uso de tópicos para um conteúdo objetivo. </a:t>
              </a:r>
            </a:p>
          </p:txBody>
        </p:sp>
      </p:grpSp>
      <p:grpSp>
        <p:nvGrpSpPr>
          <p:cNvPr id="10" name="Group 10"/>
          <p:cNvGrpSpPr/>
          <p:nvPr/>
        </p:nvGrpSpPr>
        <p:grpSpPr>
          <a:xfrm>
            <a:off x="1439923" y="2491197"/>
            <a:ext cx="4540196" cy="1049998"/>
            <a:chOff x="0" y="0"/>
            <a:chExt cx="6053595" cy="1399997"/>
          </a:xfrm>
        </p:grpSpPr>
        <p:sp>
          <p:nvSpPr>
            <p:cNvPr id="11" name="Freeform 11"/>
            <p:cNvSpPr/>
            <p:nvPr/>
          </p:nvSpPr>
          <p:spPr>
            <a:xfrm>
              <a:off x="0" y="0"/>
              <a:ext cx="6053582" cy="1400048"/>
            </a:xfrm>
            <a:custGeom>
              <a:avLst/>
              <a:gdLst/>
              <a:ahLst/>
              <a:cxnLst/>
              <a:rect l="l" t="t" r="r" b="b"/>
              <a:pathLst>
                <a:path w="6053582" h="1400048">
                  <a:moveTo>
                    <a:pt x="0" y="504444"/>
                  </a:moveTo>
                  <a:cubicBezTo>
                    <a:pt x="0" y="225806"/>
                    <a:pt x="225806" y="0"/>
                    <a:pt x="504444" y="0"/>
                  </a:cubicBezTo>
                  <a:lnTo>
                    <a:pt x="5549138" y="0"/>
                  </a:lnTo>
                  <a:cubicBezTo>
                    <a:pt x="5827776" y="0"/>
                    <a:pt x="6053582" y="225806"/>
                    <a:pt x="6053582" y="504444"/>
                  </a:cubicBezTo>
                  <a:lnTo>
                    <a:pt x="6053582" y="895604"/>
                  </a:lnTo>
                  <a:cubicBezTo>
                    <a:pt x="6053582" y="1174242"/>
                    <a:pt x="5827776" y="1400048"/>
                    <a:pt x="5549138" y="1400048"/>
                  </a:cubicBezTo>
                  <a:lnTo>
                    <a:pt x="504444" y="1400048"/>
                  </a:lnTo>
                  <a:cubicBezTo>
                    <a:pt x="225806" y="1400048"/>
                    <a:pt x="0" y="1174115"/>
                    <a:pt x="0" y="895604"/>
                  </a:cubicBezTo>
                  <a:close/>
                </a:path>
              </a:pathLst>
            </a:custGeom>
            <a:solidFill>
              <a:srgbClr val="6BA8D7">
                <a:alpha val="49020"/>
              </a:srgbClr>
            </a:solidFill>
          </p:spPr>
          <p:txBody>
            <a:bodyPr/>
            <a:lstStyle/>
            <a:p>
              <a:endParaRPr lang="pt-BR"/>
            </a:p>
          </p:txBody>
        </p:sp>
      </p:grpSp>
      <p:grpSp>
        <p:nvGrpSpPr>
          <p:cNvPr id="12" name="Group 12"/>
          <p:cNvGrpSpPr/>
          <p:nvPr/>
        </p:nvGrpSpPr>
        <p:grpSpPr>
          <a:xfrm>
            <a:off x="1649797" y="2680373"/>
            <a:ext cx="672598" cy="672598"/>
            <a:chOff x="0" y="0"/>
            <a:chExt cx="896798" cy="896798"/>
          </a:xfrm>
        </p:grpSpPr>
        <p:sp>
          <p:nvSpPr>
            <p:cNvPr id="13" name="Freeform 13"/>
            <p:cNvSpPr/>
            <p:nvPr/>
          </p:nvSpPr>
          <p:spPr>
            <a:xfrm>
              <a:off x="0" y="0"/>
              <a:ext cx="896747" cy="896747"/>
            </a:xfrm>
            <a:custGeom>
              <a:avLst/>
              <a:gdLst/>
              <a:ahLst/>
              <a:cxnLst/>
              <a:rect l="l" t="t" r="r" b="b"/>
              <a:pathLst>
                <a:path w="896747" h="896747">
                  <a:moveTo>
                    <a:pt x="896747" y="448437"/>
                  </a:moveTo>
                  <a:cubicBezTo>
                    <a:pt x="896747" y="200787"/>
                    <a:pt x="696087" y="0"/>
                    <a:pt x="448437" y="0"/>
                  </a:cubicBezTo>
                  <a:cubicBezTo>
                    <a:pt x="200787" y="0"/>
                    <a:pt x="0" y="200787"/>
                    <a:pt x="0" y="448437"/>
                  </a:cubicBezTo>
                  <a:cubicBezTo>
                    <a:pt x="0" y="696087"/>
                    <a:pt x="200787" y="896747"/>
                    <a:pt x="448437" y="896747"/>
                  </a:cubicBezTo>
                  <a:cubicBezTo>
                    <a:pt x="696087" y="896747"/>
                    <a:pt x="896747" y="696087"/>
                    <a:pt x="896747" y="448437"/>
                  </a:cubicBezTo>
                  <a:close/>
                </a:path>
              </a:pathLst>
            </a:custGeom>
            <a:solidFill>
              <a:srgbClr val="1A405D"/>
            </a:solidFill>
          </p:spPr>
          <p:txBody>
            <a:bodyPr/>
            <a:lstStyle/>
            <a:p>
              <a:endParaRPr lang="pt-BR"/>
            </a:p>
          </p:txBody>
        </p:sp>
      </p:grpSp>
      <p:grpSp>
        <p:nvGrpSpPr>
          <p:cNvPr id="14" name="Group 14"/>
          <p:cNvGrpSpPr/>
          <p:nvPr/>
        </p:nvGrpSpPr>
        <p:grpSpPr>
          <a:xfrm>
            <a:off x="1816894" y="2858024"/>
            <a:ext cx="338404" cy="338404"/>
            <a:chOff x="0" y="0"/>
            <a:chExt cx="451206" cy="451206"/>
          </a:xfrm>
        </p:grpSpPr>
        <p:sp>
          <p:nvSpPr>
            <p:cNvPr id="15" name="Freeform 15"/>
            <p:cNvSpPr/>
            <p:nvPr/>
          </p:nvSpPr>
          <p:spPr>
            <a:xfrm>
              <a:off x="0" y="0"/>
              <a:ext cx="451231" cy="451231"/>
            </a:xfrm>
            <a:custGeom>
              <a:avLst/>
              <a:gdLst/>
              <a:ahLst/>
              <a:cxnLst/>
              <a:rect l="l" t="t" r="r" b="b"/>
              <a:pathLst>
                <a:path w="451231" h="451231">
                  <a:moveTo>
                    <a:pt x="0" y="0"/>
                  </a:moveTo>
                  <a:lnTo>
                    <a:pt x="451231" y="0"/>
                  </a:lnTo>
                  <a:lnTo>
                    <a:pt x="451231" y="451231"/>
                  </a:lnTo>
                  <a:lnTo>
                    <a:pt x="0" y="45123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/>
              <a:stretch>
                <a:fillRect r="5" b="5"/>
              </a:stretch>
            </a:blipFill>
          </p:spPr>
          <p:txBody>
            <a:bodyPr/>
            <a:lstStyle/>
            <a:p>
              <a:endParaRPr lang="pt-BR"/>
            </a:p>
          </p:txBody>
        </p:sp>
      </p:grpSp>
      <p:sp>
        <p:nvSpPr>
          <p:cNvPr id="16" name="TextBox 16"/>
          <p:cNvSpPr txBox="1"/>
          <p:nvPr/>
        </p:nvSpPr>
        <p:spPr>
          <a:xfrm>
            <a:off x="2595239" y="2793978"/>
            <a:ext cx="2424598" cy="43079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359"/>
              </a:lnSpc>
            </a:pPr>
            <a:r>
              <a:rPr lang="en-US" sz="2799">
                <a:solidFill>
                  <a:srgbClr val="FFFFFF"/>
                </a:solidFill>
                <a:latin typeface="Source Sans 3"/>
                <a:ea typeface="Source Sans 3"/>
                <a:cs typeface="Source Sans 3"/>
                <a:sym typeface="Source Sans 3"/>
              </a:rPr>
              <a:t>Ponto 1</a:t>
            </a:r>
          </a:p>
        </p:txBody>
      </p:sp>
      <p:sp>
        <p:nvSpPr>
          <p:cNvPr id="17" name="TextBox 17"/>
          <p:cNvSpPr txBox="1"/>
          <p:nvPr/>
        </p:nvSpPr>
        <p:spPr>
          <a:xfrm>
            <a:off x="1171404" y="1062228"/>
            <a:ext cx="4738954" cy="37395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920"/>
              </a:lnSpc>
            </a:pPr>
            <a:r>
              <a:rPr lang="en-US" sz="1600">
                <a:solidFill>
                  <a:srgbClr val="999999"/>
                </a:solidFill>
                <a:latin typeface="Source Sans 3"/>
                <a:ea typeface="Source Sans 3"/>
                <a:cs typeface="Source Sans 3"/>
                <a:sym typeface="Source Sans 3"/>
              </a:rPr>
              <a:t>ITENS</a:t>
            </a:r>
          </a:p>
        </p:txBody>
      </p:sp>
      <p:grpSp>
        <p:nvGrpSpPr>
          <p:cNvPr id="18" name="Group 18"/>
          <p:cNvGrpSpPr/>
          <p:nvPr/>
        </p:nvGrpSpPr>
        <p:grpSpPr>
          <a:xfrm>
            <a:off x="6492897" y="2186397"/>
            <a:ext cx="5302196" cy="6235798"/>
            <a:chOff x="0" y="0"/>
            <a:chExt cx="7069595" cy="8314398"/>
          </a:xfrm>
        </p:grpSpPr>
        <p:sp>
          <p:nvSpPr>
            <p:cNvPr id="19" name="Freeform 19"/>
            <p:cNvSpPr/>
            <p:nvPr/>
          </p:nvSpPr>
          <p:spPr>
            <a:xfrm>
              <a:off x="0" y="0"/>
              <a:ext cx="7069582" cy="8314437"/>
            </a:xfrm>
            <a:custGeom>
              <a:avLst/>
              <a:gdLst/>
              <a:ahLst/>
              <a:cxnLst/>
              <a:rect l="l" t="t" r="r" b="b"/>
              <a:pathLst>
                <a:path w="7069582" h="8314437">
                  <a:moveTo>
                    <a:pt x="0" y="692531"/>
                  </a:moveTo>
                  <a:cubicBezTo>
                    <a:pt x="0" y="310007"/>
                    <a:pt x="310007" y="0"/>
                    <a:pt x="692531" y="0"/>
                  </a:cubicBezTo>
                  <a:lnTo>
                    <a:pt x="6377051" y="0"/>
                  </a:lnTo>
                  <a:cubicBezTo>
                    <a:pt x="6759575" y="0"/>
                    <a:pt x="7069582" y="310007"/>
                    <a:pt x="7069582" y="692531"/>
                  </a:cubicBezTo>
                  <a:lnTo>
                    <a:pt x="7069582" y="7621905"/>
                  </a:lnTo>
                  <a:cubicBezTo>
                    <a:pt x="7069582" y="8004429"/>
                    <a:pt x="6759575" y="8314437"/>
                    <a:pt x="6377051" y="8314437"/>
                  </a:cubicBezTo>
                  <a:lnTo>
                    <a:pt x="692531" y="8314437"/>
                  </a:lnTo>
                  <a:cubicBezTo>
                    <a:pt x="310007" y="8314436"/>
                    <a:pt x="0" y="8004302"/>
                    <a:pt x="0" y="7621905"/>
                  </a:cubicBezTo>
                  <a:close/>
                </a:path>
              </a:pathLst>
            </a:custGeom>
            <a:solidFill>
              <a:srgbClr val="6BA8D7">
                <a:alpha val="784"/>
              </a:srgbClr>
            </a:solidFill>
          </p:spPr>
          <p:txBody>
            <a:bodyPr/>
            <a:lstStyle/>
            <a:p>
              <a:endParaRPr lang="pt-BR"/>
            </a:p>
          </p:txBody>
        </p:sp>
      </p:grpSp>
      <p:grpSp>
        <p:nvGrpSpPr>
          <p:cNvPr id="20" name="Group 20"/>
          <p:cNvGrpSpPr/>
          <p:nvPr/>
        </p:nvGrpSpPr>
        <p:grpSpPr>
          <a:xfrm>
            <a:off x="7282396" y="3965953"/>
            <a:ext cx="3748202" cy="3509401"/>
            <a:chOff x="0" y="0"/>
            <a:chExt cx="4997602" cy="4679201"/>
          </a:xfrm>
        </p:grpSpPr>
        <p:sp>
          <p:nvSpPr>
            <p:cNvPr id="21" name="Freeform 21"/>
            <p:cNvSpPr/>
            <p:nvPr/>
          </p:nvSpPr>
          <p:spPr>
            <a:xfrm>
              <a:off x="0" y="0"/>
              <a:ext cx="4997600" cy="4679200"/>
            </a:xfrm>
            <a:custGeom>
              <a:avLst/>
              <a:gdLst/>
              <a:ahLst/>
              <a:cxnLst/>
              <a:rect l="l" t="t" r="r" b="b"/>
              <a:pathLst>
                <a:path w="4997600" h="4679200">
                  <a:moveTo>
                    <a:pt x="0" y="0"/>
                  </a:moveTo>
                  <a:lnTo>
                    <a:pt x="4997600" y="0"/>
                  </a:lnTo>
                  <a:lnTo>
                    <a:pt x="4997600" y="4679200"/>
                  </a:lnTo>
                  <a:lnTo>
                    <a:pt x="0" y="4679200"/>
                  </a:lnTo>
                  <a:close/>
                </a:path>
              </a:pathLst>
            </a:custGeom>
            <a:blipFill>
              <a:blip r:embed="rId5">
                <a:alphaModFix amt="0"/>
              </a:blip>
              <a:stretch>
                <a:fillRect l="-70129" r="-70129"/>
              </a:stretch>
            </a:blipFill>
          </p:spPr>
          <p:txBody>
            <a:bodyPr/>
            <a:lstStyle/>
            <a:p>
              <a:endParaRPr lang="pt-BR"/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0" y="0"/>
              <a:ext cx="4997602" cy="4679201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marL="579120" lvl="1" indent="-289560" algn="l">
                <a:lnSpc>
                  <a:spcPts val="2879"/>
                </a:lnSpc>
                <a:buAutoNum type="arabicPeriod"/>
              </a:pPr>
              <a:r>
                <a:rPr lang="en-US" sz="2400">
                  <a:solidFill>
                    <a:srgbClr val="FFFFFF"/>
                  </a:solidFill>
                  <a:latin typeface="Source Sans 3"/>
                  <a:ea typeface="Source Sans 3"/>
                  <a:cs typeface="Source Sans 3"/>
                  <a:sym typeface="Source Sans 3"/>
                </a:rPr>
                <a:t>prefira o uso de tópicos para um conteúdo objetivo;</a:t>
              </a:r>
            </a:p>
            <a:p>
              <a:pPr marL="579120" lvl="1" indent="-289560" algn="l">
                <a:lnSpc>
                  <a:spcPts val="2879"/>
                </a:lnSpc>
                <a:buAutoNum type="arabicPeriod"/>
              </a:pPr>
              <a:r>
                <a:rPr lang="en-US" sz="2400">
                  <a:solidFill>
                    <a:srgbClr val="FFFFFF"/>
                  </a:solidFill>
                  <a:latin typeface="Source Sans 3"/>
                  <a:ea typeface="Source Sans 3"/>
                  <a:cs typeface="Source Sans 3"/>
                  <a:sym typeface="Source Sans 3"/>
                </a:rPr>
                <a:t>prefira o uso de tópicos para um conteúdo objetivo;</a:t>
              </a:r>
            </a:p>
            <a:p>
              <a:pPr marL="579120" lvl="1" indent="-289560" algn="l">
                <a:lnSpc>
                  <a:spcPts val="2879"/>
                </a:lnSpc>
                <a:buAutoNum type="arabicPeriod"/>
              </a:pPr>
              <a:r>
                <a:rPr lang="en-US" sz="2400">
                  <a:solidFill>
                    <a:srgbClr val="FFFFFF"/>
                  </a:solidFill>
                  <a:latin typeface="Source Sans 3"/>
                  <a:ea typeface="Source Sans 3"/>
                  <a:cs typeface="Source Sans 3"/>
                  <a:sym typeface="Source Sans 3"/>
                </a:rPr>
                <a:t>prefira o uso de tópicos para um conteúdo objetivo. </a:t>
              </a:r>
            </a:p>
          </p:txBody>
        </p:sp>
      </p:grpSp>
      <p:grpSp>
        <p:nvGrpSpPr>
          <p:cNvPr id="23" name="Group 23"/>
          <p:cNvGrpSpPr/>
          <p:nvPr/>
        </p:nvGrpSpPr>
        <p:grpSpPr>
          <a:xfrm>
            <a:off x="6873897" y="2491197"/>
            <a:ext cx="4540196" cy="1049998"/>
            <a:chOff x="0" y="0"/>
            <a:chExt cx="6053595" cy="1399997"/>
          </a:xfrm>
        </p:grpSpPr>
        <p:sp>
          <p:nvSpPr>
            <p:cNvPr id="24" name="Freeform 24"/>
            <p:cNvSpPr/>
            <p:nvPr/>
          </p:nvSpPr>
          <p:spPr>
            <a:xfrm>
              <a:off x="0" y="0"/>
              <a:ext cx="6053582" cy="1400048"/>
            </a:xfrm>
            <a:custGeom>
              <a:avLst/>
              <a:gdLst/>
              <a:ahLst/>
              <a:cxnLst/>
              <a:rect l="l" t="t" r="r" b="b"/>
              <a:pathLst>
                <a:path w="6053582" h="1400048">
                  <a:moveTo>
                    <a:pt x="0" y="504444"/>
                  </a:moveTo>
                  <a:cubicBezTo>
                    <a:pt x="0" y="225806"/>
                    <a:pt x="225806" y="0"/>
                    <a:pt x="504444" y="0"/>
                  </a:cubicBezTo>
                  <a:lnTo>
                    <a:pt x="5549138" y="0"/>
                  </a:lnTo>
                  <a:cubicBezTo>
                    <a:pt x="5827776" y="0"/>
                    <a:pt x="6053582" y="225806"/>
                    <a:pt x="6053582" y="504444"/>
                  </a:cubicBezTo>
                  <a:lnTo>
                    <a:pt x="6053582" y="895604"/>
                  </a:lnTo>
                  <a:cubicBezTo>
                    <a:pt x="6053582" y="1174242"/>
                    <a:pt x="5827776" y="1400048"/>
                    <a:pt x="5549138" y="1400048"/>
                  </a:cubicBezTo>
                  <a:lnTo>
                    <a:pt x="504444" y="1400048"/>
                  </a:lnTo>
                  <a:cubicBezTo>
                    <a:pt x="225806" y="1400048"/>
                    <a:pt x="0" y="1174115"/>
                    <a:pt x="0" y="895604"/>
                  </a:cubicBezTo>
                  <a:close/>
                </a:path>
              </a:pathLst>
            </a:custGeom>
            <a:solidFill>
              <a:srgbClr val="6BA8D7">
                <a:alpha val="49020"/>
              </a:srgbClr>
            </a:solidFill>
          </p:spPr>
          <p:txBody>
            <a:bodyPr/>
            <a:lstStyle/>
            <a:p>
              <a:endParaRPr lang="pt-BR"/>
            </a:p>
          </p:txBody>
        </p:sp>
      </p:grpSp>
      <p:grpSp>
        <p:nvGrpSpPr>
          <p:cNvPr id="25" name="Group 25"/>
          <p:cNvGrpSpPr/>
          <p:nvPr/>
        </p:nvGrpSpPr>
        <p:grpSpPr>
          <a:xfrm>
            <a:off x="7083771" y="2680373"/>
            <a:ext cx="672598" cy="672598"/>
            <a:chOff x="0" y="0"/>
            <a:chExt cx="896798" cy="896798"/>
          </a:xfrm>
        </p:grpSpPr>
        <p:sp>
          <p:nvSpPr>
            <p:cNvPr id="26" name="Freeform 26"/>
            <p:cNvSpPr/>
            <p:nvPr/>
          </p:nvSpPr>
          <p:spPr>
            <a:xfrm>
              <a:off x="0" y="0"/>
              <a:ext cx="896747" cy="896747"/>
            </a:xfrm>
            <a:custGeom>
              <a:avLst/>
              <a:gdLst/>
              <a:ahLst/>
              <a:cxnLst/>
              <a:rect l="l" t="t" r="r" b="b"/>
              <a:pathLst>
                <a:path w="896747" h="896747">
                  <a:moveTo>
                    <a:pt x="896747" y="448437"/>
                  </a:moveTo>
                  <a:cubicBezTo>
                    <a:pt x="896747" y="200787"/>
                    <a:pt x="696087" y="0"/>
                    <a:pt x="448437" y="0"/>
                  </a:cubicBezTo>
                  <a:cubicBezTo>
                    <a:pt x="200787" y="0"/>
                    <a:pt x="0" y="200787"/>
                    <a:pt x="0" y="448437"/>
                  </a:cubicBezTo>
                  <a:cubicBezTo>
                    <a:pt x="0" y="696087"/>
                    <a:pt x="200787" y="896747"/>
                    <a:pt x="448437" y="896747"/>
                  </a:cubicBezTo>
                  <a:cubicBezTo>
                    <a:pt x="696087" y="896747"/>
                    <a:pt x="896747" y="696087"/>
                    <a:pt x="896747" y="448437"/>
                  </a:cubicBezTo>
                  <a:close/>
                </a:path>
              </a:pathLst>
            </a:custGeom>
            <a:solidFill>
              <a:srgbClr val="1A405D"/>
            </a:solidFill>
          </p:spPr>
          <p:txBody>
            <a:bodyPr/>
            <a:lstStyle/>
            <a:p>
              <a:endParaRPr lang="pt-BR"/>
            </a:p>
          </p:txBody>
        </p:sp>
      </p:grpSp>
      <p:grpSp>
        <p:nvGrpSpPr>
          <p:cNvPr id="27" name="Group 27"/>
          <p:cNvGrpSpPr/>
          <p:nvPr/>
        </p:nvGrpSpPr>
        <p:grpSpPr>
          <a:xfrm>
            <a:off x="7250868" y="2858024"/>
            <a:ext cx="338404" cy="338404"/>
            <a:chOff x="0" y="0"/>
            <a:chExt cx="451206" cy="451206"/>
          </a:xfrm>
        </p:grpSpPr>
        <p:sp>
          <p:nvSpPr>
            <p:cNvPr id="28" name="Freeform 28"/>
            <p:cNvSpPr/>
            <p:nvPr/>
          </p:nvSpPr>
          <p:spPr>
            <a:xfrm>
              <a:off x="0" y="0"/>
              <a:ext cx="451231" cy="451231"/>
            </a:xfrm>
            <a:custGeom>
              <a:avLst/>
              <a:gdLst/>
              <a:ahLst/>
              <a:cxnLst/>
              <a:rect l="l" t="t" r="r" b="b"/>
              <a:pathLst>
                <a:path w="451231" h="451231">
                  <a:moveTo>
                    <a:pt x="0" y="0"/>
                  </a:moveTo>
                  <a:lnTo>
                    <a:pt x="451231" y="0"/>
                  </a:lnTo>
                  <a:lnTo>
                    <a:pt x="451231" y="451231"/>
                  </a:lnTo>
                  <a:lnTo>
                    <a:pt x="0" y="45123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/>
              <a:stretch>
                <a:fillRect r="5" b="5"/>
              </a:stretch>
            </a:blipFill>
          </p:spPr>
          <p:txBody>
            <a:bodyPr/>
            <a:lstStyle/>
            <a:p>
              <a:endParaRPr lang="pt-BR"/>
            </a:p>
          </p:txBody>
        </p:sp>
      </p:grpSp>
      <p:sp>
        <p:nvSpPr>
          <p:cNvPr id="29" name="TextBox 29"/>
          <p:cNvSpPr txBox="1"/>
          <p:nvPr/>
        </p:nvSpPr>
        <p:spPr>
          <a:xfrm>
            <a:off x="8001505" y="2811837"/>
            <a:ext cx="2424598" cy="43079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359"/>
              </a:lnSpc>
            </a:pPr>
            <a:r>
              <a:rPr lang="en-US" sz="2799">
                <a:solidFill>
                  <a:srgbClr val="FFFFFF"/>
                </a:solidFill>
                <a:latin typeface="Source Sans 3"/>
                <a:ea typeface="Source Sans 3"/>
                <a:cs typeface="Source Sans 3"/>
                <a:sym typeface="Source Sans 3"/>
              </a:rPr>
              <a:t>Ponto 2</a:t>
            </a:r>
          </a:p>
        </p:txBody>
      </p:sp>
      <p:grpSp>
        <p:nvGrpSpPr>
          <p:cNvPr id="30" name="Group 30"/>
          <p:cNvGrpSpPr/>
          <p:nvPr/>
        </p:nvGrpSpPr>
        <p:grpSpPr>
          <a:xfrm>
            <a:off x="11926872" y="2186397"/>
            <a:ext cx="5302196" cy="6235798"/>
            <a:chOff x="0" y="0"/>
            <a:chExt cx="7069595" cy="8314398"/>
          </a:xfrm>
        </p:grpSpPr>
        <p:sp>
          <p:nvSpPr>
            <p:cNvPr id="31" name="Freeform 31"/>
            <p:cNvSpPr/>
            <p:nvPr/>
          </p:nvSpPr>
          <p:spPr>
            <a:xfrm>
              <a:off x="0" y="0"/>
              <a:ext cx="7069582" cy="8314437"/>
            </a:xfrm>
            <a:custGeom>
              <a:avLst/>
              <a:gdLst/>
              <a:ahLst/>
              <a:cxnLst/>
              <a:rect l="l" t="t" r="r" b="b"/>
              <a:pathLst>
                <a:path w="7069582" h="8314437">
                  <a:moveTo>
                    <a:pt x="0" y="692531"/>
                  </a:moveTo>
                  <a:cubicBezTo>
                    <a:pt x="0" y="310007"/>
                    <a:pt x="310007" y="0"/>
                    <a:pt x="692531" y="0"/>
                  </a:cubicBezTo>
                  <a:lnTo>
                    <a:pt x="6377051" y="0"/>
                  </a:lnTo>
                  <a:cubicBezTo>
                    <a:pt x="6759575" y="0"/>
                    <a:pt x="7069582" y="310007"/>
                    <a:pt x="7069582" y="692531"/>
                  </a:cubicBezTo>
                  <a:lnTo>
                    <a:pt x="7069582" y="7621905"/>
                  </a:lnTo>
                  <a:cubicBezTo>
                    <a:pt x="7069582" y="8004429"/>
                    <a:pt x="6759575" y="8314437"/>
                    <a:pt x="6377051" y="8314437"/>
                  </a:cubicBezTo>
                  <a:lnTo>
                    <a:pt x="692531" y="8314437"/>
                  </a:lnTo>
                  <a:cubicBezTo>
                    <a:pt x="310007" y="8314436"/>
                    <a:pt x="0" y="8004302"/>
                    <a:pt x="0" y="7621905"/>
                  </a:cubicBezTo>
                  <a:close/>
                </a:path>
              </a:pathLst>
            </a:custGeom>
            <a:solidFill>
              <a:srgbClr val="6BA8D7">
                <a:alpha val="784"/>
              </a:srgbClr>
            </a:solidFill>
          </p:spPr>
          <p:txBody>
            <a:bodyPr/>
            <a:lstStyle/>
            <a:p>
              <a:endParaRPr lang="pt-BR"/>
            </a:p>
          </p:txBody>
        </p:sp>
      </p:grpSp>
      <p:grpSp>
        <p:nvGrpSpPr>
          <p:cNvPr id="32" name="Group 32"/>
          <p:cNvGrpSpPr/>
          <p:nvPr/>
        </p:nvGrpSpPr>
        <p:grpSpPr>
          <a:xfrm>
            <a:off x="12716370" y="3965953"/>
            <a:ext cx="3748202" cy="3509401"/>
            <a:chOff x="0" y="0"/>
            <a:chExt cx="4997602" cy="4679201"/>
          </a:xfrm>
        </p:grpSpPr>
        <p:sp>
          <p:nvSpPr>
            <p:cNvPr id="33" name="Freeform 33"/>
            <p:cNvSpPr/>
            <p:nvPr/>
          </p:nvSpPr>
          <p:spPr>
            <a:xfrm>
              <a:off x="0" y="0"/>
              <a:ext cx="4997600" cy="4679200"/>
            </a:xfrm>
            <a:custGeom>
              <a:avLst/>
              <a:gdLst/>
              <a:ahLst/>
              <a:cxnLst/>
              <a:rect l="l" t="t" r="r" b="b"/>
              <a:pathLst>
                <a:path w="4997600" h="4679200">
                  <a:moveTo>
                    <a:pt x="0" y="0"/>
                  </a:moveTo>
                  <a:lnTo>
                    <a:pt x="4997600" y="0"/>
                  </a:lnTo>
                  <a:lnTo>
                    <a:pt x="4997600" y="4679200"/>
                  </a:lnTo>
                  <a:lnTo>
                    <a:pt x="0" y="4679200"/>
                  </a:lnTo>
                  <a:close/>
                </a:path>
              </a:pathLst>
            </a:custGeom>
            <a:blipFill>
              <a:blip r:embed="rId5">
                <a:alphaModFix amt="0"/>
              </a:blip>
              <a:stretch>
                <a:fillRect l="-70129" r="-70129"/>
              </a:stretch>
            </a:blipFill>
          </p:spPr>
          <p:txBody>
            <a:bodyPr/>
            <a:lstStyle/>
            <a:p>
              <a:endParaRPr lang="pt-BR"/>
            </a:p>
          </p:txBody>
        </p:sp>
        <p:sp>
          <p:nvSpPr>
            <p:cNvPr id="34" name="TextBox 34"/>
            <p:cNvSpPr txBox="1"/>
            <p:nvPr/>
          </p:nvSpPr>
          <p:spPr>
            <a:xfrm>
              <a:off x="0" y="0"/>
              <a:ext cx="4997602" cy="4679201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marL="579120" lvl="1" indent="-289560" algn="l">
                <a:lnSpc>
                  <a:spcPts val="2879"/>
                </a:lnSpc>
                <a:buAutoNum type="arabicPeriod"/>
              </a:pPr>
              <a:r>
                <a:rPr lang="en-US" sz="2400">
                  <a:solidFill>
                    <a:srgbClr val="FFFFFF"/>
                  </a:solidFill>
                  <a:latin typeface="Source Sans 3"/>
                  <a:ea typeface="Source Sans 3"/>
                  <a:cs typeface="Source Sans 3"/>
                  <a:sym typeface="Source Sans 3"/>
                </a:rPr>
                <a:t>prefira o uso de tópicos para um conteúdo objetivo;</a:t>
              </a:r>
            </a:p>
            <a:p>
              <a:pPr marL="579120" lvl="1" indent="-289560" algn="l">
                <a:lnSpc>
                  <a:spcPts val="2879"/>
                </a:lnSpc>
                <a:buAutoNum type="arabicPeriod"/>
              </a:pPr>
              <a:r>
                <a:rPr lang="en-US" sz="2400">
                  <a:solidFill>
                    <a:srgbClr val="FFFFFF"/>
                  </a:solidFill>
                  <a:latin typeface="Source Sans 3"/>
                  <a:ea typeface="Source Sans 3"/>
                  <a:cs typeface="Source Sans 3"/>
                  <a:sym typeface="Source Sans 3"/>
                </a:rPr>
                <a:t>prefira o uso de tópicos para um conteúdo objetivo;</a:t>
              </a:r>
            </a:p>
            <a:p>
              <a:pPr marL="579120" lvl="1" indent="-289560" algn="l">
                <a:lnSpc>
                  <a:spcPts val="2879"/>
                </a:lnSpc>
                <a:buAutoNum type="arabicPeriod"/>
              </a:pPr>
              <a:r>
                <a:rPr lang="en-US" sz="2400">
                  <a:solidFill>
                    <a:srgbClr val="FFFFFF"/>
                  </a:solidFill>
                  <a:latin typeface="Source Sans 3"/>
                  <a:ea typeface="Source Sans 3"/>
                  <a:cs typeface="Source Sans 3"/>
                  <a:sym typeface="Source Sans 3"/>
                </a:rPr>
                <a:t>prefira o uso de tópicos para um conteúdo objetivo. </a:t>
              </a:r>
            </a:p>
          </p:txBody>
        </p:sp>
      </p:grpSp>
      <p:grpSp>
        <p:nvGrpSpPr>
          <p:cNvPr id="35" name="Group 35"/>
          <p:cNvGrpSpPr/>
          <p:nvPr/>
        </p:nvGrpSpPr>
        <p:grpSpPr>
          <a:xfrm>
            <a:off x="12307872" y="2491197"/>
            <a:ext cx="4540196" cy="1049998"/>
            <a:chOff x="0" y="0"/>
            <a:chExt cx="6053595" cy="1399997"/>
          </a:xfrm>
        </p:grpSpPr>
        <p:sp>
          <p:nvSpPr>
            <p:cNvPr id="36" name="Freeform 36"/>
            <p:cNvSpPr/>
            <p:nvPr/>
          </p:nvSpPr>
          <p:spPr>
            <a:xfrm>
              <a:off x="0" y="0"/>
              <a:ext cx="6053582" cy="1400048"/>
            </a:xfrm>
            <a:custGeom>
              <a:avLst/>
              <a:gdLst/>
              <a:ahLst/>
              <a:cxnLst/>
              <a:rect l="l" t="t" r="r" b="b"/>
              <a:pathLst>
                <a:path w="6053582" h="1400048">
                  <a:moveTo>
                    <a:pt x="0" y="504444"/>
                  </a:moveTo>
                  <a:cubicBezTo>
                    <a:pt x="0" y="225806"/>
                    <a:pt x="225806" y="0"/>
                    <a:pt x="504444" y="0"/>
                  </a:cubicBezTo>
                  <a:lnTo>
                    <a:pt x="5549138" y="0"/>
                  </a:lnTo>
                  <a:cubicBezTo>
                    <a:pt x="5827776" y="0"/>
                    <a:pt x="6053582" y="225806"/>
                    <a:pt x="6053582" y="504444"/>
                  </a:cubicBezTo>
                  <a:lnTo>
                    <a:pt x="6053582" y="895604"/>
                  </a:lnTo>
                  <a:cubicBezTo>
                    <a:pt x="6053582" y="1174242"/>
                    <a:pt x="5827776" y="1400048"/>
                    <a:pt x="5549138" y="1400048"/>
                  </a:cubicBezTo>
                  <a:lnTo>
                    <a:pt x="504444" y="1400048"/>
                  </a:lnTo>
                  <a:cubicBezTo>
                    <a:pt x="225806" y="1400048"/>
                    <a:pt x="0" y="1174115"/>
                    <a:pt x="0" y="895604"/>
                  </a:cubicBezTo>
                  <a:close/>
                </a:path>
              </a:pathLst>
            </a:custGeom>
            <a:solidFill>
              <a:srgbClr val="6BA8D7">
                <a:alpha val="49020"/>
              </a:srgbClr>
            </a:solidFill>
          </p:spPr>
          <p:txBody>
            <a:bodyPr/>
            <a:lstStyle/>
            <a:p>
              <a:endParaRPr lang="pt-BR"/>
            </a:p>
          </p:txBody>
        </p:sp>
      </p:grpSp>
      <p:grpSp>
        <p:nvGrpSpPr>
          <p:cNvPr id="37" name="Group 37"/>
          <p:cNvGrpSpPr/>
          <p:nvPr/>
        </p:nvGrpSpPr>
        <p:grpSpPr>
          <a:xfrm>
            <a:off x="12517745" y="2680373"/>
            <a:ext cx="672598" cy="672598"/>
            <a:chOff x="0" y="0"/>
            <a:chExt cx="896798" cy="896798"/>
          </a:xfrm>
        </p:grpSpPr>
        <p:sp>
          <p:nvSpPr>
            <p:cNvPr id="38" name="Freeform 38"/>
            <p:cNvSpPr/>
            <p:nvPr/>
          </p:nvSpPr>
          <p:spPr>
            <a:xfrm>
              <a:off x="0" y="0"/>
              <a:ext cx="896747" cy="896747"/>
            </a:xfrm>
            <a:custGeom>
              <a:avLst/>
              <a:gdLst/>
              <a:ahLst/>
              <a:cxnLst/>
              <a:rect l="l" t="t" r="r" b="b"/>
              <a:pathLst>
                <a:path w="896747" h="896747">
                  <a:moveTo>
                    <a:pt x="896747" y="448437"/>
                  </a:moveTo>
                  <a:cubicBezTo>
                    <a:pt x="896747" y="200787"/>
                    <a:pt x="696087" y="0"/>
                    <a:pt x="448437" y="0"/>
                  </a:cubicBezTo>
                  <a:cubicBezTo>
                    <a:pt x="200787" y="0"/>
                    <a:pt x="0" y="200787"/>
                    <a:pt x="0" y="448437"/>
                  </a:cubicBezTo>
                  <a:cubicBezTo>
                    <a:pt x="0" y="696087"/>
                    <a:pt x="200787" y="896747"/>
                    <a:pt x="448437" y="896747"/>
                  </a:cubicBezTo>
                  <a:cubicBezTo>
                    <a:pt x="696087" y="896747"/>
                    <a:pt x="896747" y="696087"/>
                    <a:pt x="896747" y="448437"/>
                  </a:cubicBezTo>
                  <a:close/>
                </a:path>
              </a:pathLst>
            </a:custGeom>
            <a:solidFill>
              <a:srgbClr val="1A405D"/>
            </a:solidFill>
          </p:spPr>
          <p:txBody>
            <a:bodyPr/>
            <a:lstStyle/>
            <a:p>
              <a:endParaRPr lang="pt-BR"/>
            </a:p>
          </p:txBody>
        </p:sp>
      </p:grpSp>
      <p:grpSp>
        <p:nvGrpSpPr>
          <p:cNvPr id="39" name="Group 39"/>
          <p:cNvGrpSpPr/>
          <p:nvPr/>
        </p:nvGrpSpPr>
        <p:grpSpPr>
          <a:xfrm>
            <a:off x="12684852" y="2858024"/>
            <a:ext cx="338404" cy="338404"/>
            <a:chOff x="0" y="0"/>
            <a:chExt cx="451206" cy="451206"/>
          </a:xfrm>
        </p:grpSpPr>
        <p:sp>
          <p:nvSpPr>
            <p:cNvPr id="40" name="Freeform 40"/>
            <p:cNvSpPr/>
            <p:nvPr/>
          </p:nvSpPr>
          <p:spPr>
            <a:xfrm>
              <a:off x="0" y="0"/>
              <a:ext cx="451231" cy="451231"/>
            </a:xfrm>
            <a:custGeom>
              <a:avLst/>
              <a:gdLst/>
              <a:ahLst/>
              <a:cxnLst/>
              <a:rect l="l" t="t" r="r" b="b"/>
              <a:pathLst>
                <a:path w="451231" h="451231">
                  <a:moveTo>
                    <a:pt x="0" y="0"/>
                  </a:moveTo>
                  <a:lnTo>
                    <a:pt x="451231" y="0"/>
                  </a:lnTo>
                  <a:lnTo>
                    <a:pt x="451231" y="451231"/>
                  </a:lnTo>
                  <a:lnTo>
                    <a:pt x="0" y="45123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/>
              <a:stretch>
                <a:fillRect r="5" b="5"/>
              </a:stretch>
            </a:blipFill>
          </p:spPr>
          <p:txBody>
            <a:bodyPr/>
            <a:lstStyle/>
            <a:p>
              <a:endParaRPr lang="pt-BR"/>
            </a:p>
          </p:txBody>
        </p:sp>
      </p:grpSp>
      <p:sp>
        <p:nvSpPr>
          <p:cNvPr id="41" name="TextBox 41"/>
          <p:cNvSpPr txBox="1"/>
          <p:nvPr/>
        </p:nvSpPr>
        <p:spPr>
          <a:xfrm>
            <a:off x="13435479" y="2811837"/>
            <a:ext cx="2424598" cy="43079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359"/>
              </a:lnSpc>
            </a:pPr>
            <a:r>
              <a:rPr lang="en-US" sz="2799">
                <a:solidFill>
                  <a:srgbClr val="FFFFFF"/>
                </a:solidFill>
                <a:latin typeface="Source Sans 3"/>
                <a:ea typeface="Source Sans 3"/>
                <a:cs typeface="Source Sans 3"/>
                <a:sym typeface="Source Sans 3"/>
              </a:rPr>
              <a:t>Ponto 3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  <p:txBody>
          <a:bodyPr/>
          <a:lstStyle/>
          <a:p>
            <a:endParaRPr lang="pt-BR"/>
          </a:p>
        </p:txBody>
      </p:sp>
      <p:grpSp>
        <p:nvGrpSpPr>
          <p:cNvPr id="3" name="Group 3"/>
          <p:cNvGrpSpPr/>
          <p:nvPr/>
        </p:nvGrpSpPr>
        <p:grpSpPr>
          <a:xfrm>
            <a:off x="1079983" y="8915009"/>
            <a:ext cx="1333605" cy="401183"/>
            <a:chOff x="0" y="0"/>
            <a:chExt cx="1778140" cy="534911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1778127" cy="534924"/>
            </a:xfrm>
            <a:custGeom>
              <a:avLst/>
              <a:gdLst/>
              <a:ahLst/>
              <a:cxnLst/>
              <a:rect l="l" t="t" r="r" b="b"/>
              <a:pathLst>
                <a:path w="1778127" h="534924">
                  <a:moveTo>
                    <a:pt x="0" y="0"/>
                  </a:moveTo>
                  <a:lnTo>
                    <a:pt x="1778127" y="0"/>
                  </a:lnTo>
                  <a:lnTo>
                    <a:pt x="1778127" y="534924"/>
                  </a:lnTo>
                  <a:lnTo>
                    <a:pt x="0" y="53492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b="2"/>
              </a:stretch>
            </a:blipFill>
          </p:spPr>
          <p:txBody>
            <a:bodyPr/>
            <a:lstStyle/>
            <a:p>
              <a:endParaRPr lang="pt-BR"/>
            </a:p>
          </p:txBody>
        </p:sp>
      </p:grpSp>
      <p:sp>
        <p:nvSpPr>
          <p:cNvPr id="5" name="TextBox 5"/>
          <p:cNvSpPr txBox="1"/>
          <p:nvPr/>
        </p:nvSpPr>
        <p:spPr>
          <a:xfrm>
            <a:off x="1171404" y="1062228"/>
            <a:ext cx="4738954" cy="37395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920"/>
              </a:lnSpc>
            </a:pPr>
            <a:r>
              <a:rPr lang="en-US" sz="1600" dirty="0">
                <a:solidFill>
                  <a:srgbClr val="999999"/>
                </a:solidFill>
                <a:latin typeface="Source Sans 3"/>
                <a:ea typeface="Source Sans 3"/>
                <a:cs typeface="Source Sans 3"/>
                <a:sym typeface="Source Sans 3"/>
              </a:rPr>
              <a:t>ITENS</a:t>
            </a:r>
          </a:p>
        </p:txBody>
      </p:sp>
      <p:grpSp>
        <p:nvGrpSpPr>
          <p:cNvPr id="6" name="Group 6"/>
          <p:cNvGrpSpPr/>
          <p:nvPr/>
        </p:nvGrpSpPr>
        <p:grpSpPr>
          <a:xfrm>
            <a:off x="1080002" y="2143496"/>
            <a:ext cx="5999998" cy="5999998"/>
            <a:chOff x="0" y="0"/>
            <a:chExt cx="7999997" cy="7999997"/>
          </a:xfrm>
        </p:grpSpPr>
        <p:sp>
          <p:nvSpPr>
            <p:cNvPr id="7" name="Freeform 7"/>
            <p:cNvSpPr/>
            <p:nvPr/>
          </p:nvSpPr>
          <p:spPr>
            <a:xfrm>
              <a:off x="0" y="0"/>
              <a:ext cx="7999984" cy="7999984"/>
            </a:xfrm>
            <a:custGeom>
              <a:avLst/>
              <a:gdLst/>
              <a:ahLst/>
              <a:cxnLst/>
              <a:rect l="l" t="t" r="r" b="b"/>
              <a:pathLst>
                <a:path w="7999984" h="7999984">
                  <a:moveTo>
                    <a:pt x="0" y="3999992"/>
                  </a:moveTo>
                  <a:cubicBezTo>
                    <a:pt x="0" y="1790827"/>
                    <a:pt x="1790827" y="0"/>
                    <a:pt x="3999992" y="0"/>
                  </a:cubicBezTo>
                  <a:cubicBezTo>
                    <a:pt x="6209157" y="0"/>
                    <a:pt x="7999984" y="1790827"/>
                    <a:pt x="7999984" y="3999992"/>
                  </a:cubicBezTo>
                  <a:cubicBezTo>
                    <a:pt x="7999984" y="6209157"/>
                    <a:pt x="6209157" y="7999984"/>
                    <a:pt x="3999992" y="7999984"/>
                  </a:cubicBezTo>
                  <a:cubicBezTo>
                    <a:pt x="1790827" y="7999984"/>
                    <a:pt x="0" y="6209157"/>
                    <a:pt x="0" y="3999992"/>
                  </a:cubicBezTo>
                  <a:close/>
                </a:path>
              </a:pathLst>
            </a:custGeom>
            <a:solidFill>
              <a:srgbClr val="6BA8D7">
                <a:alpha val="784"/>
              </a:srgbClr>
            </a:solidFill>
          </p:spPr>
          <p:txBody>
            <a:bodyPr/>
            <a:lstStyle/>
            <a:p>
              <a:endParaRPr lang="pt-BR"/>
            </a:p>
          </p:txBody>
        </p:sp>
      </p:grpSp>
      <p:grpSp>
        <p:nvGrpSpPr>
          <p:cNvPr id="8" name="Group 8"/>
          <p:cNvGrpSpPr/>
          <p:nvPr/>
        </p:nvGrpSpPr>
        <p:grpSpPr>
          <a:xfrm>
            <a:off x="9144000" y="1861452"/>
            <a:ext cx="6520196" cy="6564001"/>
            <a:chOff x="0" y="0"/>
            <a:chExt cx="8693594" cy="8752002"/>
          </a:xfrm>
        </p:grpSpPr>
        <p:sp>
          <p:nvSpPr>
            <p:cNvPr id="9" name="Freeform 9"/>
            <p:cNvSpPr/>
            <p:nvPr/>
          </p:nvSpPr>
          <p:spPr>
            <a:xfrm>
              <a:off x="0" y="0"/>
              <a:ext cx="8693658" cy="8752078"/>
            </a:xfrm>
            <a:custGeom>
              <a:avLst/>
              <a:gdLst/>
              <a:ahLst/>
              <a:cxnLst/>
              <a:rect l="l" t="t" r="r" b="b"/>
              <a:pathLst>
                <a:path w="8693658" h="8752078">
                  <a:moveTo>
                    <a:pt x="0" y="851662"/>
                  </a:moveTo>
                  <a:cubicBezTo>
                    <a:pt x="0" y="381254"/>
                    <a:pt x="381254" y="0"/>
                    <a:pt x="851662" y="0"/>
                  </a:cubicBezTo>
                  <a:lnTo>
                    <a:pt x="7841996" y="0"/>
                  </a:lnTo>
                  <a:cubicBezTo>
                    <a:pt x="8312277" y="0"/>
                    <a:pt x="8693658" y="381254"/>
                    <a:pt x="8693658" y="851662"/>
                  </a:cubicBezTo>
                  <a:lnTo>
                    <a:pt x="8693658" y="7900416"/>
                  </a:lnTo>
                  <a:cubicBezTo>
                    <a:pt x="8693658" y="8370698"/>
                    <a:pt x="8312403" y="8752078"/>
                    <a:pt x="7841996" y="8752078"/>
                  </a:cubicBezTo>
                  <a:lnTo>
                    <a:pt x="851662" y="8752078"/>
                  </a:lnTo>
                  <a:cubicBezTo>
                    <a:pt x="381254" y="8751951"/>
                    <a:pt x="0" y="8370697"/>
                    <a:pt x="0" y="7900416"/>
                  </a:cubicBezTo>
                  <a:close/>
                </a:path>
              </a:pathLst>
            </a:custGeom>
            <a:solidFill>
              <a:srgbClr val="6BA8D7">
                <a:alpha val="784"/>
              </a:srgbClr>
            </a:solidFill>
          </p:spPr>
          <p:txBody>
            <a:bodyPr/>
            <a:lstStyle/>
            <a:p>
              <a:endParaRPr lang="pt-BR"/>
            </a:p>
          </p:txBody>
        </p:sp>
      </p:grpSp>
      <p:grpSp>
        <p:nvGrpSpPr>
          <p:cNvPr id="10" name="Group 10"/>
          <p:cNvGrpSpPr/>
          <p:nvPr/>
        </p:nvGrpSpPr>
        <p:grpSpPr>
          <a:xfrm>
            <a:off x="9575854" y="2304717"/>
            <a:ext cx="5656202" cy="990000"/>
            <a:chOff x="0" y="0"/>
            <a:chExt cx="7541603" cy="1320000"/>
          </a:xfrm>
        </p:grpSpPr>
        <p:sp>
          <p:nvSpPr>
            <p:cNvPr id="11" name="Freeform 11"/>
            <p:cNvSpPr/>
            <p:nvPr/>
          </p:nvSpPr>
          <p:spPr>
            <a:xfrm>
              <a:off x="0" y="0"/>
              <a:ext cx="7541641" cy="1320038"/>
            </a:xfrm>
            <a:custGeom>
              <a:avLst/>
              <a:gdLst/>
              <a:ahLst/>
              <a:cxnLst/>
              <a:rect l="l" t="t" r="r" b="b"/>
              <a:pathLst>
                <a:path w="7541641" h="1320038">
                  <a:moveTo>
                    <a:pt x="0" y="475615"/>
                  </a:moveTo>
                  <a:cubicBezTo>
                    <a:pt x="0" y="212979"/>
                    <a:pt x="212979" y="0"/>
                    <a:pt x="475615" y="0"/>
                  </a:cubicBezTo>
                  <a:lnTo>
                    <a:pt x="7066026" y="0"/>
                  </a:lnTo>
                  <a:cubicBezTo>
                    <a:pt x="7328662" y="0"/>
                    <a:pt x="7541641" y="212979"/>
                    <a:pt x="7541641" y="475615"/>
                  </a:cubicBezTo>
                  <a:lnTo>
                    <a:pt x="7541641" y="844423"/>
                  </a:lnTo>
                  <a:cubicBezTo>
                    <a:pt x="7541641" y="1107059"/>
                    <a:pt x="7328662" y="1320038"/>
                    <a:pt x="7066026" y="1320038"/>
                  </a:cubicBezTo>
                  <a:lnTo>
                    <a:pt x="475615" y="1320038"/>
                  </a:lnTo>
                  <a:cubicBezTo>
                    <a:pt x="212979" y="1320038"/>
                    <a:pt x="0" y="1107059"/>
                    <a:pt x="0" y="844423"/>
                  </a:cubicBezTo>
                  <a:close/>
                </a:path>
              </a:pathLst>
            </a:custGeom>
            <a:solidFill>
              <a:srgbClr val="6BA8D7">
                <a:alpha val="49020"/>
              </a:srgbClr>
            </a:solidFill>
          </p:spPr>
          <p:txBody>
            <a:bodyPr/>
            <a:lstStyle/>
            <a:p>
              <a:endParaRPr lang="pt-BR"/>
            </a:p>
          </p:txBody>
        </p:sp>
      </p:grpSp>
      <p:grpSp>
        <p:nvGrpSpPr>
          <p:cNvPr id="12" name="Group 12"/>
          <p:cNvGrpSpPr/>
          <p:nvPr/>
        </p:nvGrpSpPr>
        <p:grpSpPr>
          <a:xfrm>
            <a:off x="9774688" y="2483053"/>
            <a:ext cx="634203" cy="634203"/>
            <a:chOff x="0" y="0"/>
            <a:chExt cx="845604" cy="845604"/>
          </a:xfrm>
        </p:grpSpPr>
        <p:sp>
          <p:nvSpPr>
            <p:cNvPr id="13" name="Freeform 13"/>
            <p:cNvSpPr/>
            <p:nvPr/>
          </p:nvSpPr>
          <p:spPr>
            <a:xfrm>
              <a:off x="0" y="0"/>
              <a:ext cx="845566" cy="845566"/>
            </a:xfrm>
            <a:custGeom>
              <a:avLst/>
              <a:gdLst/>
              <a:ahLst/>
              <a:cxnLst/>
              <a:rect l="l" t="t" r="r" b="b"/>
              <a:pathLst>
                <a:path w="845566" h="845566">
                  <a:moveTo>
                    <a:pt x="845566" y="422783"/>
                  </a:moveTo>
                  <a:cubicBezTo>
                    <a:pt x="845566" y="189357"/>
                    <a:pt x="656336" y="0"/>
                    <a:pt x="422783" y="0"/>
                  </a:cubicBezTo>
                  <a:cubicBezTo>
                    <a:pt x="189230" y="0"/>
                    <a:pt x="0" y="189357"/>
                    <a:pt x="0" y="422783"/>
                  </a:cubicBezTo>
                  <a:cubicBezTo>
                    <a:pt x="0" y="656209"/>
                    <a:pt x="189357" y="845566"/>
                    <a:pt x="422783" y="845566"/>
                  </a:cubicBezTo>
                  <a:cubicBezTo>
                    <a:pt x="656209" y="845566"/>
                    <a:pt x="845566" y="656336"/>
                    <a:pt x="845566" y="422783"/>
                  </a:cubicBezTo>
                  <a:close/>
                </a:path>
              </a:pathLst>
            </a:custGeom>
            <a:solidFill>
              <a:srgbClr val="1A405D"/>
            </a:solidFill>
          </p:spPr>
          <p:txBody>
            <a:bodyPr/>
            <a:lstStyle/>
            <a:p>
              <a:endParaRPr lang="pt-BR"/>
            </a:p>
          </p:txBody>
        </p:sp>
      </p:grpSp>
      <p:grpSp>
        <p:nvGrpSpPr>
          <p:cNvPr id="14" name="Group 14"/>
          <p:cNvGrpSpPr/>
          <p:nvPr/>
        </p:nvGrpSpPr>
        <p:grpSpPr>
          <a:xfrm>
            <a:off x="9932346" y="2650522"/>
            <a:ext cx="319011" cy="319011"/>
            <a:chOff x="0" y="0"/>
            <a:chExt cx="425348" cy="425348"/>
          </a:xfrm>
        </p:grpSpPr>
        <p:sp>
          <p:nvSpPr>
            <p:cNvPr id="15" name="Freeform 15"/>
            <p:cNvSpPr/>
            <p:nvPr/>
          </p:nvSpPr>
          <p:spPr>
            <a:xfrm>
              <a:off x="0" y="0"/>
              <a:ext cx="425323" cy="425323"/>
            </a:xfrm>
            <a:custGeom>
              <a:avLst/>
              <a:gdLst/>
              <a:ahLst/>
              <a:cxnLst/>
              <a:rect l="l" t="t" r="r" b="b"/>
              <a:pathLst>
                <a:path w="425323" h="425323">
                  <a:moveTo>
                    <a:pt x="0" y="0"/>
                  </a:moveTo>
                  <a:lnTo>
                    <a:pt x="425323" y="0"/>
                  </a:lnTo>
                  <a:lnTo>
                    <a:pt x="425323" y="425323"/>
                  </a:lnTo>
                  <a:lnTo>
                    <a:pt x="0" y="42532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 r="-5" b="-5"/>
              </a:stretch>
            </a:blipFill>
          </p:spPr>
          <p:txBody>
            <a:bodyPr/>
            <a:lstStyle/>
            <a:p>
              <a:endParaRPr lang="pt-BR"/>
            </a:p>
          </p:txBody>
        </p:sp>
      </p:grpSp>
      <p:sp>
        <p:nvSpPr>
          <p:cNvPr id="16" name="TextBox 16"/>
          <p:cNvSpPr txBox="1"/>
          <p:nvPr/>
        </p:nvSpPr>
        <p:spPr>
          <a:xfrm>
            <a:off x="10640025" y="2642654"/>
            <a:ext cx="4431602" cy="36959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879"/>
              </a:lnSpc>
            </a:pPr>
            <a:r>
              <a:rPr lang="en-US" sz="2400">
                <a:solidFill>
                  <a:srgbClr val="FFFFFF"/>
                </a:solidFill>
                <a:latin typeface="Source Sans 3"/>
                <a:ea typeface="Source Sans 3"/>
                <a:cs typeface="Source Sans 3"/>
                <a:sym typeface="Source Sans 3"/>
              </a:rPr>
              <a:t>Texto</a:t>
            </a:r>
          </a:p>
        </p:txBody>
      </p:sp>
      <p:grpSp>
        <p:nvGrpSpPr>
          <p:cNvPr id="17" name="Group 17"/>
          <p:cNvGrpSpPr/>
          <p:nvPr/>
        </p:nvGrpSpPr>
        <p:grpSpPr>
          <a:xfrm>
            <a:off x="9575854" y="3470186"/>
            <a:ext cx="5656202" cy="990000"/>
            <a:chOff x="0" y="0"/>
            <a:chExt cx="7541603" cy="1320000"/>
          </a:xfrm>
        </p:grpSpPr>
        <p:sp>
          <p:nvSpPr>
            <p:cNvPr id="18" name="Freeform 18"/>
            <p:cNvSpPr/>
            <p:nvPr/>
          </p:nvSpPr>
          <p:spPr>
            <a:xfrm>
              <a:off x="0" y="0"/>
              <a:ext cx="7541641" cy="1320038"/>
            </a:xfrm>
            <a:custGeom>
              <a:avLst/>
              <a:gdLst/>
              <a:ahLst/>
              <a:cxnLst/>
              <a:rect l="l" t="t" r="r" b="b"/>
              <a:pathLst>
                <a:path w="7541641" h="1320038">
                  <a:moveTo>
                    <a:pt x="0" y="475615"/>
                  </a:moveTo>
                  <a:cubicBezTo>
                    <a:pt x="0" y="212979"/>
                    <a:pt x="212979" y="0"/>
                    <a:pt x="475615" y="0"/>
                  </a:cubicBezTo>
                  <a:lnTo>
                    <a:pt x="7066026" y="0"/>
                  </a:lnTo>
                  <a:cubicBezTo>
                    <a:pt x="7328662" y="0"/>
                    <a:pt x="7541641" y="212979"/>
                    <a:pt x="7541641" y="475615"/>
                  </a:cubicBezTo>
                  <a:lnTo>
                    <a:pt x="7541641" y="844423"/>
                  </a:lnTo>
                  <a:cubicBezTo>
                    <a:pt x="7541641" y="1107059"/>
                    <a:pt x="7328662" y="1320038"/>
                    <a:pt x="7066026" y="1320038"/>
                  </a:cubicBezTo>
                  <a:lnTo>
                    <a:pt x="475615" y="1320038"/>
                  </a:lnTo>
                  <a:cubicBezTo>
                    <a:pt x="212979" y="1320038"/>
                    <a:pt x="0" y="1107059"/>
                    <a:pt x="0" y="844423"/>
                  </a:cubicBezTo>
                  <a:close/>
                </a:path>
              </a:pathLst>
            </a:custGeom>
            <a:solidFill>
              <a:srgbClr val="6BA8D7">
                <a:alpha val="49020"/>
              </a:srgbClr>
            </a:solidFill>
          </p:spPr>
          <p:txBody>
            <a:bodyPr/>
            <a:lstStyle/>
            <a:p>
              <a:endParaRPr lang="pt-BR"/>
            </a:p>
          </p:txBody>
        </p:sp>
      </p:grpSp>
      <p:grpSp>
        <p:nvGrpSpPr>
          <p:cNvPr id="19" name="Group 19"/>
          <p:cNvGrpSpPr/>
          <p:nvPr/>
        </p:nvGrpSpPr>
        <p:grpSpPr>
          <a:xfrm>
            <a:off x="9774688" y="3648523"/>
            <a:ext cx="634203" cy="634203"/>
            <a:chOff x="0" y="0"/>
            <a:chExt cx="845604" cy="845604"/>
          </a:xfrm>
        </p:grpSpPr>
        <p:sp>
          <p:nvSpPr>
            <p:cNvPr id="20" name="Freeform 20"/>
            <p:cNvSpPr/>
            <p:nvPr/>
          </p:nvSpPr>
          <p:spPr>
            <a:xfrm>
              <a:off x="0" y="0"/>
              <a:ext cx="845566" cy="845566"/>
            </a:xfrm>
            <a:custGeom>
              <a:avLst/>
              <a:gdLst/>
              <a:ahLst/>
              <a:cxnLst/>
              <a:rect l="l" t="t" r="r" b="b"/>
              <a:pathLst>
                <a:path w="845566" h="845566">
                  <a:moveTo>
                    <a:pt x="845566" y="422783"/>
                  </a:moveTo>
                  <a:cubicBezTo>
                    <a:pt x="845566" y="189357"/>
                    <a:pt x="656336" y="0"/>
                    <a:pt x="422783" y="0"/>
                  </a:cubicBezTo>
                  <a:cubicBezTo>
                    <a:pt x="189230" y="0"/>
                    <a:pt x="0" y="189357"/>
                    <a:pt x="0" y="422783"/>
                  </a:cubicBezTo>
                  <a:cubicBezTo>
                    <a:pt x="0" y="656209"/>
                    <a:pt x="189357" y="845566"/>
                    <a:pt x="422783" y="845566"/>
                  </a:cubicBezTo>
                  <a:cubicBezTo>
                    <a:pt x="656209" y="845566"/>
                    <a:pt x="845566" y="656336"/>
                    <a:pt x="845566" y="422783"/>
                  </a:cubicBezTo>
                  <a:close/>
                </a:path>
              </a:pathLst>
            </a:custGeom>
            <a:solidFill>
              <a:srgbClr val="1A405D"/>
            </a:solidFill>
          </p:spPr>
          <p:txBody>
            <a:bodyPr/>
            <a:lstStyle/>
            <a:p>
              <a:endParaRPr lang="pt-BR"/>
            </a:p>
          </p:txBody>
        </p:sp>
      </p:grpSp>
      <p:grpSp>
        <p:nvGrpSpPr>
          <p:cNvPr id="21" name="Group 21"/>
          <p:cNvGrpSpPr/>
          <p:nvPr/>
        </p:nvGrpSpPr>
        <p:grpSpPr>
          <a:xfrm>
            <a:off x="9932346" y="3816001"/>
            <a:ext cx="319011" cy="319011"/>
            <a:chOff x="0" y="0"/>
            <a:chExt cx="425348" cy="425348"/>
          </a:xfrm>
        </p:grpSpPr>
        <p:sp>
          <p:nvSpPr>
            <p:cNvPr id="22" name="Freeform 22"/>
            <p:cNvSpPr/>
            <p:nvPr/>
          </p:nvSpPr>
          <p:spPr>
            <a:xfrm>
              <a:off x="0" y="0"/>
              <a:ext cx="425323" cy="425323"/>
            </a:xfrm>
            <a:custGeom>
              <a:avLst/>
              <a:gdLst/>
              <a:ahLst/>
              <a:cxnLst/>
              <a:rect l="l" t="t" r="r" b="b"/>
              <a:pathLst>
                <a:path w="425323" h="425323">
                  <a:moveTo>
                    <a:pt x="0" y="0"/>
                  </a:moveTo>
                  <a:lnTo>
                    <a:pt x="425323" y="0"/>
                  </a:lnTo>
                  <a:lnTo>
                    <a:pt x="425323" y="425323"/>
                  </a:lnTo>
                  <a:lnTo>
                    <a:pt x="0" y="42532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 r="-5" b="-5"/>
              </a:stretch>
            </a:blipFill>
          </p:spPr>
          <p:txBody>
            <a:bodyPr/>
            <a:lstStyle/>
            <a:p>
              <a:endParaRPr lang="pt-BR"/>
            </a:p>
          </p:txBody>
        </p:sp>
      </p:grpSp>
      <p:sp>
        <p:nvSpPr>
          <p:cNvPr id="23" name="TextBox 23"/>
          <p:cNvSpPr txBox="1"/>
          <p:nvPr/>
        </p:nvSpPr>
        <p:spPr>
          <a:xfrm>
            <a:off x="10640025" y="3808124"/>
            <a:ext cx="4431602" cy="73859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879"/>
              </a:lnSpc>
            </a:pPr>
            <a:r>
              <a:rPr lang="en-US" sz="2400">
                <a:solidFill>
                  <a:srgbClr val="FFFFFF"/>
                </a:solidFill>
                <a:latin typeface="Source Sans 3"/>
                <a:ea typeface="Source Sans 3"/>
                <a:cs typeface="Source Sans 3"/>
                <a:sym typeface="Source Sans 3"/>
              </a:rPr>
              <a:t>Texto</a:t>
            </a:r>
          </a:p>
          <a:p>
            <a:pPr algn="l">
              <a:lnSpc>
                <a:spcPts val="2879"/>
              </a:lnSpc>
            </a:pPr>
            <a:endParaRPr lang="en-US" sz="2400">
              <a:solidFill>
                <a:srgbClr val="FFFFFF"/>
              </a:solidFill>
              <a:latin typeface="Source Sans 3"/>
              <a:ea typeface="Source Sans 3"/>
              <a:cs typeface="Source Sans 3"/>
              <a:sym typeface="Source Sans 3"/>
            </a:endParaRPr>
          </a:p>
        </p:txBody>
      </p:sp>
      <p:grpSp>
        <p:nvGrpSpPr>
          <p:cNvPr id="24" name="Group 24"/>
          <p:cNvGrpSpPr/>
          <p:nvPr/>
        </p:nvGrpSpPr>
        <p:grpSpPr>
          <a:xfrm>
            <a:off x="9575854" y="4635665"/>
            <a:ext cx="5656202" cy="990000"/>
            <a:chOff x="0" y="0"/>
            <a:chExt cx="7541603" cy="1320000"/>
          </a:xfrm>
        </p:grpSpPr>
        <p:sp>
          <p:nvSpPr>
            <p:cNvPr id="25" name="Freeform 25"/>
            <p:cNvSpPr/>
            <p:nvPr/>
          </p:nvSpPr>
          <p:spPr>
            <a:xfrm>
              <a:off x="0" y="0"/>
              <a:ext cx="7541641" cy="1320038"/>
            </a:xfrm>
            <a:custGeom>
              <a:avLst/>
              <a:gdLst/>
              <a:ahLst/>
              <a:cxnLst/>
              <a:rect l="l" t="t" r="r" b="b"/>
              <a:pathLst>
                <a:path w="7541641" h="1320038">
                  <a:moveTo>
                    <a:pt x="0" y="475615"/>
                  </a:moveTo>
                  <a:cubicBezTo>
                    <a:pt x="0" y="212979"/>
                    <a:pt x="212979" y="0"/>
                    <a:pt x="475615" y="0"/>
                  </a:cubicBezTo>
                  <a:lnTo>
                    <a:pt x="7066026" y="0"/>
                  </a:lnTo>
                  <a:cubicBezTo>
                    <a:pt x="7328662" y="0"/>
                    <a:pt x="7541641" y="212979"/>
                    <a:pt x="7541641" y="475615"/>
                  </a:cubicBezTo>
                  <a:lnTo>
                    <a:pt x="7541641" y="844423"/>
                  </a:lnTo>
                  <a:cubicBezTo>
                    <a:pt x="7541641" y="1107059"/>
                    <a:pt x="7328662" y="1320038"/>
                    <a:pt x="7066026" y="1320038"/>
                  </a:cubicBezTo>
                  <a:lnTo>
                    <a:pt x="475615" y="1320038"/>
                  </a:lnTo>
                  <a:cubicBezTo>
                    <a:pt x="212979" y="1320038"/>
                    <a:pt x="0" y="1107059"/>
                    <a:pt x="0" y="844423"/>
                  </a:cubicBezTo>
                  <a:close/>
                </a:path>
              </a:pathLst>
            </a:custGeom>
            <a:solidFill>
              <a:srgbClr val="6BA8D7">
                <a:alpha val="49020"/>
              </a:srgbClr>
            </a:solidFill>
          </p:spPr>
          <p:txBody>
            <a:bodyPr/>
            <a:lstStyle/>
            <a:p>
              <a:endParaRPr lang="pt-BR"/>
            </a:p>
          </p:txBody>
        </p:sp>
      </p:grpSp>
      <p:grpSp>
        <p:nvGrpSpPr>
          <p:cNvPr id="26" name="Group 26"/>
          <p:cNvGrpSpPr/>
          <p:nvPr/>
        </p:nvGrpSpPr>
        <p:grpSpPr>
          <a:xfrm>
            <a:off x="9774688" y="4814002"/>
            <a:ext cx="634203" cy="634203"/>
            <a:chOff x="0" y="0"/>
            <a:chExt cx="845604" cy="845604"/>
          </a:xfrm>
        </p:grpSpPr>
        <p:sp>
          <p:nvSpPr>
            <p:cNvPr id="27" name="Freeform 27"/>
            <p:cNvSpPr/>
            <p:nvPr/>
          </p:nvSpPr>
          <p:spPr>
            <a:xfrm>
              <a:off x="0" y="0"/>
              <a:ext cx="845566" cy="845566"/>
            </a:xfrm>
            <a:custGeom>
              <a:avLst/>
              <a:gdLst/>
              <a:ahLst/>
              <a:cxnLst/>
              <a:rect l="l" t="t" r="r" b="b"/>
              <a:pathLst>
                <a:path w="845566" h="845566">
                  <a:moveTo>
                    <a:pt x="845566" y="422783"/>
                  </a:moveTo>
                  <a:cubicBezTo>
                    <a:pt x="845566" y="189357"/>
                    <a:pt x="656336" y="0"/>
                    <a:pt x="422783" y="0"/>
                  </a:cubicBezTo>
                  <a:cubicBezTo>
                    <a:pt x="189230" y="0"/>
                    <a:pt x="0" y="189357"/>
                    <a:pt x="0" y="422783"/>
                  </a:cubicBezTo>
                  <a:cubicBezTo>
                    <a:pt x="0" y="656209"/>
                    <a:pt x="189357" y="845566"/>
                    <a:pt x="422783" y="845566"/>
                  </a:cubicBezTo>
                  <a:cubicBezTo>
                    <a:pt x="656209" y="845566"/>
                    <a:pt x="845566" y="656336"/>
                    <a:pt x="845566" y="422783"/>
                  </a:cubicBezTo>
                  <a:close/>
                </a:path>
              </a:pathLst>
            </a:custGeom>
            <a:solidFill>
              <a:srgbClr val="1A405D"/>
            </a:solidFill>
          </p:spPr>
          <p:txBody>
            <a:bodyPr/>
            <a:lstStyle/>
            <a:p>
              <a:endParaRPr lang="pt-BR"/>
            </a:p>
          </p:txBody>
        </p:sp>
      </p:grpSp>
      <p:grpSp>
        <p:nvGrpSpPr>
          <p:cNvPr id="28" name="Group 28"/>
          <p:cNvGrpSpPr/>
          <p:nvPr/>
        </p:nvGrpSpPr>
        <p:grpSpPr>
          <a:xfrm>
            <a:off x="9932346" y="4981470"/>
            <a:ext cx="319011" cy="319011"/>
            <a:chOff x="0" y="0"/>
            <a:chExt cx="425348" cy="425348"/>
          </a:xfrm>
        </p:grpSpPr>
        <p:sp>
          <p:nvSpPr>
            <p:cNvPr id="29" name="Freeform 29"/>
            <p:cNvSpPr/>
            <p:nvPr/>
          </p:nvSpPr>
          <p:spPr>
            <a:xfrm>
              <a:off x="0" y="0"/>
              <a:ext cx="425323" cy="425323"/>
            </a:xfrm>
            <a:custGeom>
              <a:avLst/>
              <a:gdLst/>
              <a:ahLst/>
              <a:cxnLst/>
              <a:rect l="l" t="t" r="r" b="b"/>
              <a:pathLst>
                <a:path w="425323" h="425323">
                  <a:moveTo>
                    <a:pt x="0" y="0"/>
                  </a:moveTo>
                  <a:lnTo>
                    <a:pt x="425323" y="0"/>
                  </a:lnTo>
                  <a:lnTo>
                    <a:pt x="425323" y="425323"/>
                  </a:lnTo>
                  <a:lnTo>
                    <a:pt x="0" y="42532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 r="-5" b="-5"/>
              </a:stretch>
            </a:blipFill>
          </p:spPr>
          <p:txBody>
            <a:bodyPr/>
            <a:lstStyle/>
            <a:p>
              <a:endParaRPr lang="pt-BR"/>
            </a:p>
          </p:txBody>
        </p:sp>
      </p:grpSp>
      <p:sp>
        <p:nvSpPr>
          <p:cNvPr id="30" name="TextBox 30"/>
          <p:cNvSpPr txBox="1"/>
          <p:nvPr/>
        </p:nvSpPr>
        <p:spPr>
          <a:xfrm>
            <a:off x="10640025" y="4973603"/>
            <a:ext cx="4431602" cy="73859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879"/>
              </a:lnSpc>
            </a:pPr>
            <a:r>
              <a:rPr lang="en-US" sz="2400">
                <a:solidFill>
                  <a:srgbClr val="FFFFFF"/>
                </a:solidFill>
                <a:latin typeface="Source Sans 3"/>
                <a:ea typeface="Source Sans 3"/>
                <a:cs typeface="Source Sans 3"/>
                <a:sym typeface="Source Sans 3"/>
              </a:rPr>
              <a:t>Texto</a:t>
            </a:r>
          </a:p>
          <a:p>
            <a:pPr algn="l">
              <a:lnSpc>
                <a:spcPts val="2879"/>
              </a:lnSpc>
            </a:pPr>
            <a:endParaRPr lang="en-US" sz="2400">
              <a:solidFill>
                <a:srgbClr val="FFFFFF"/>
              </a:solidFill>
              <a:latin typeface="Source Sans 3"/>
              <a:ea typeface="Source Sans 3"/>
              <a:cs typeface="Source Sans 3"/>
              <a:sym typeface="Source Sans 3"/>
            </a:endParaRPr>
          </a:p>
        </p:txBody>
      </p:sp>
      <p:grpSp>
        <p:nvGrpSpPr>
          <p:cNvPr id="31" name="Group 31"/>
          <p:cNvGrpSpPr/>
          <p:nvPr/>
        </p:nvGrpSpPr>
        <p:grpSpPr>
          <a:xfrm>
            <a:off x="9575854" y="5801135"/>
            <a:ext cx="5656202" cy="990000"/>
            <a:chOff x="0" y="0"/>
            <a:chExt cx="7541603" cy="1320000"/>
          </a:xfrm>
        </p:grpSpPr>
        <p:sp>
          <p:nvSpPr>
            <p:cNvPr id="32" name="Freeform 32"/>
            <p:cNvSpPr/>
            <p:nvPr/>
          </p:nvSpPr>
          <p:spPr>
            <a:xfrm>
              <a:off x="0" y="0"/>
              <a:ext cx="7541641" cy="1320038"/>
            </a:xfrm>
            <a:custGeom>
              <a:avLst/>
              <a:gdLst/>
              <a:ahLst/>
              <a:cxnLst/>
              <a:rect l="l" t="t" r="r" b="b"/>
              <a:pathLst>
                <a:path w="7541641" h="1320038">
                  <a:moveTo>
                    <a:pt x="0" y="475615"/>
                  </a:moveTo>
                  <a:cubicBezTo>
                    <a:pt x="0" y="212979"/>
                    <a:pt x="212979" y="0"/>
                    <a:pt x="475615" y="0"/>
                  </a:cubicBezTo>
                  <a:lnTo>
                    <a:pt x="7066026" y="0"/>
                  </a:lnTo>
                  <a:cubicBezTo>
                    <a:pt x="7328662" y="0"/>
                    <a:pt x="7541641" y="212979"/>
                    <a:pt x="7541641" y="475615"/>
                  </a:cubicBezTo>
                  <a:lnTo>
                    <a:pt x="7541641" y="844423"/>
                  </a:lnTo>
                  <a:cubicBezTo>
                    <a:pt x="7541641" y="1107059"/>
                    <a:pt x="7328662" y="1320038"/>
                    <a:pt x="7066026" y="1320038"/>
                  </a:cubicBezTo>
                  <a:lnTo>
                    <a:pt x="475615" y="1320038"/>
                  </a:lnTo>
                  <a:cubicBezTo>
                    <a:pt x="212979" y="1320038"/>
                    <a:pt x="0" y="1107059"/>
                    <a:pt x="0" y="844423"/>
                  </a:cubicBezTo>
                  <a:close/>
                </a:path>
              </a:pathLst>
            </a:custGeom>
            <a:solidFill>
              <a:srgbClr val="6BA8D7">
                <a:alpha val="49020"/>
              </a:srgbClr>
            </a:solidFill>
          </p:spPr>
          <p:txBody>
            <a:bodyPr/>
            <a:lstStyle/>
            <a:p>
              <a:endParaRPr lang="pt-BR"/>
            </a:p>
          </p:txBody>
        </p:sp>
      </p:grpSp>
      <p:grpSp>
        <p:nvGrpSpPr>
          <p:cNvPr id="33" name="Group 33"/>
          <p:cNvGrpSpPr/>
          <p:nvPr/>
        </p:nvGrpSpPr>
        <p:grpSpPr>
          <a:xfrm>
            <a:off x="9774688" y="5979471"/>
            <a:ext cx="634203" cy="634203"/>
            <a:chOff x="0" y="0"/>
            <a:chExt cx="845604" cy="845604"/>
          </a:xfrm>
        </p:grpSpPr>
        <p:sp>
          <p:nvSpPr>
            <p:cNvPr id="34" name="Freeform 34"/>
            <p:cNvSpPr/>
            <p:nvPr/>
          </p:nvSpPr>
          <p:spPr>
            <a:xfrm>
              <a:off x="0" y="0"/>
              <a:ext cx="845566" cy="845566"/>
            </a:xfrm>
            <a:custGeom>
              <a:avLst/>
              <a:gdLst/>
              <a:ahLst/>
              <a:cxnLst/>
              <a:rect l="l" t="t" r="r" b="b"/>
              <a:pathLst>
                <a:path w="845566" h="845566">
                  <a:moveTo>
                    <a:pt x="845566" y="422783"/>
                  </a:moveTo>
                  <a:cubicBezTo>
                    <a:pt x="845566" y="189357"/>
                    <a:pt x="656336" y="0"/>
                    <a:pt x="422783" y="0"/>
                  </a:cubicBezTo>
                  <a:cubicBezTo>
                    <a:pt x="189230" y="0"/>
                    <a:pt x="0" y="189357"/>
                    <a:pt x="0" y="422783"/>
                  </a:cubicBezTo>
                  <a:cubicBezTo>
                    <a:pt x="0" y="656209"/>
                    <a:pt x="189357" y="845566"/>
                    <a:pt x="422783" y="845566"/>
                  </a:cubicBezTo>
                  <a:cubicBezTo>
                    <a:pt x="656209" y="845566"/>
                    <a:pt x="845566" y="656336"/>
                    <a:pt x="845566" y="422783"/>
                  </a:cubicBezTo>
                  <a:close/>
                </a:path>
              </a:pathLst>
            </a:custGeom>
            <a:solidFill>
              <a:srgbClr val="1A405D"/>
            </a:solidFill>
          </p:spPr>
          <p:txBody>
            <a:bodyPr/>
            <a:lstStyle/>
            <a:p>
              <a:endParaRPr lang="pt-BR"/>
            </a:p>
          </p:txBody>
        </p:sp>
      </p:grpSp>
      <p:grpSp>
        <p:nvGrpSpPr>
          <p:cNvPr id="35" name="Group 35"/>
          <p:cNvGrpSpPr/>
          <p:nvPr/>
        </p:nvGrpSpPr>
        <p:grpSpPr>
          <a:xfrm>
            <a:off x="9932346" y="6146949"/>
            <a:ext cx="319011" cy="319011"/>
            <a:chOff x="0" y="0"/>
            <a:chExt cx="425348" cy="425348"/>
          </a:xfrm>
        </p:grpSpPr>
        <p:sp>
          <p:nvSpPr>
            <p:cNvPr id="36" name="Freeform 36"/>
            <p:cNvSpPr/>
            <p:nvPr/>
          </p:nvSpPr>
          <p:spPr>
            <a:xfrm>
              <a:off x="0" y="0"/>
              <a:ext cx="425323" cy="425323"/>
            </a:xfrm>
            <a:custGeom>
              <a:avLst/>
              <a:gdLst/>
              <a:ahLst/>
              <a:cxnLst/>
              <a:rect l="l" t="t" r="r" b="b"/>
              <a:pathLst>
                <a:path w="425323" h="425323">
                  <a:moveTo>
                    <a:pt x="0" y="0"/>
                  </a:moveTo>
                  <a:lnTo>
                    <a:pt x="425323" y="0"/>
                  </a:lnTo>
                  <a:lnTo>
                    <a:pt x="425323" y="425323"/>
                  </a:lnTo>
                  <a:lnTo>
                    <a:pt x="0" y="42532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 r="-5" b="-5"/>
              </a:stretch>
            </a:blipFill>
          </p:spPr>
          <p:txBody>
            <a:bodyPr/>
            <a:lstStyle/>
            <a:p>
              <a:endParaRPr lang="pt-BR"/>
            </a:p>
          </p:txBody>
        </p:sp>
      </p:grpSp>
      <p:sp>
        <p:nvSpPr>
          <p:cNvPr id="37" name="TextBox 37"/>
          <p:cNvSpPr txBox="1"/>
          <p:nvPr/>
        </p:nvSpPr>
        <p:spPr>
          <a:xfrm>
            <a:off x="10640025" y="6139072"/>
            <a:ext cx="4431602" cy="73859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879"/>
              </a:lnSpc>
            </a:pPr>
            <a:r>
              <a:rPr lang="en-US" sz="2400">
                <a:solidFill>
                  <a:srgbClr val="FFFFFF"/>
                </a:solidFill>
                <a:latin typeface="Source Sans 3"/>
                <a:ea typeface="Source Sans 3"/>
                <a:cs typeface="Source Sans 3"/>
                <a:sym typeface="Source Sans 3"/>
              </a:rPr>
              <a:t>Texto</a:t>
            </a:r>
          </a:p>
          <a:p>
            <a:pPr algn="l">
              <a:lnSpc>
                <a:spcPts val="2879"/>
              </a:lnSpc>
            </a:pPr>
            <a:endParaRPr lang="en-US" sz="2400">
              <a:solidFill>
                <a:srgbClr val="FFFFFF"/>
              </a:solidFill>
              <a:latin typeface="Source Sans 3"/>
              <a:ea typeface="Source Sans 3"/>
              <a:cs typeface="Source Sans 3"/>
              <a:sym typeface="Source Sans 3"/>
            </a:endParaRPr>
          </a:p>
        </p:txBody>
      </p:sp>
      <p:grpSp>
        <p:nvGrpSpPr>
          <p:cNvPr id="38" name="Group 38"/>
          <p:cNvGrpSpPr/>
          <p:nvPr/>
        </p:nvGrpSpPr>
        <p:grpSpPr>
          <a:xfrm>
            <a:off x="9575854" y="6966614"/>
            <a:ext cx="5656202" cy="990000"/>
            <a:chOff x="0" y="0"/>
            <a:chExt cx="7541603" cy="1320000"/>
          </a:xfrm>
        </p:grpSpPr>
        <p:sp>
          <p:nvSpPr>
            <p:cNvPr id="39" name="Freeform 39"/>
            <p:cNvSpPr/>
            <p:nvPr/>
          </p:nvSpPr>
          <p:spPr>
            <a:xfrm>
              <a:off x="0" y="0"/>
              <a:ext cx="7541641" cy="1320038"/>
            </a:xfrm>
            <a:custGeom>
              <a:avLst/>
              <a:gdLst/>
              <a:ahLst/>
              <a:cxnLst/>
              <a:rect l="l" t="t" r="r" b="b"/>
              <a:pathLst>
                <a:path w="7541641" h="1320038">
                  <a:moveTo>
                    <a:pt x="0" y="475615"/>
                  </a:moveTo>
                  <a:cubicBezTo>
                    <a:pt x="0" y="212979"/>
                    <a:pt x="212979" y="0"/>
                    <a:pt x="475615" y="0"/>
                  </a:cubicBezTo>
                  <a:lnTo>
                    <a:pt x="7066026" y="0"/>
                  </a:lnTo>
                  <a:cubicBezTo>
                    <a:pt x="7328662" y="0"/>
                    <a:pt x="7541641" y="212979"/>
                    <a:pt x="7541641" y="475615"/>
                  </a:cubicBezTo>
                  <a:lnTo>
                    <a:pt x="7541641" y="844423"/>
                  </a:lnTo>
                  <a:cubicBezTo>
                    <a:pt x="7541641" y="1107059"/>
                    <a:pt x="7328662" y="1320038"/>
                    <a:pt x="7066026" y="1320038"/>
                  </a:cubicBezTo>
                  <a:lnTo>
                    <a:pt x="475615" y="1320038"/>
                  </a:lnTo>
                  <a:cubicBezTo>
                    <a:pt x="212979" y="1320038"/>
                    <a:pt x="0" y="1107059"/>
                    <a:pt x="0" y="844423"/>
                  </a:cubicBezTo>
                  <a:close/>
                </a:path>
              </a:pathLst>
            </a:custGeom>
            <a:solidFill>
              <a:srgbClr val="6BA8D7">
                <a:alpha val="49020"/>
              </a:srgbClr>
            </a:solidFill>
          </p:spPr>
          <p:txBody>
            <a:bodyPr/>
            <a:lstStyle/>
            <a:p>
              <a:endParaRPr lang="pt-BR"/>
            </a:p>
          </p:txBody>
        </p:sp>
      </p:grpSp>
      <p:grpSp>
        <p:nvGrpSpPr>
          <p:cNvPr id="40" name="Group 40"/>
          <p:cNvGrpSpPr/>
          <p:nvPr/>
        </p:nvGrpSpPr>
        <p:grpSpPr>
          <a:xfrm>
            <a:off x="9774688" y="7144950"/>
            <a:ext cx="634203" cy="634203"/>
            <a:chOff x="0" y="0"/>
            <a:chExt cx="845604" cy="845604"/>
          </a:xfrm>
        </p:grpSpPr>
        <p:sp>
          <p:nvSpPr>
            <p:cNvPr id="41" name="Freeform 41"/>
            <p:cNvSpPr/>
            <p:nvPr/>
          </p:nvSpPr>
          <p:spPr>
            <a:xfrm>
              <a:off x="0" y="0"/>
              <a:ext cx="845566" cy="845566"/>
            </a:xfrm>
            <a:custGeom>
              <a:avLst/>
              <a:gdLst/>
              <a:ahLst/>
              <a:cxnLst/>
              <a:rect l="l" t="t" r="r" b="b"/>
              <a:pathLst>
                <a:path w="845566" h="845566">
                  <a:moveTo>
                    <a:pt x="845566" y="422783"/>
                  </a:moveTo>
                  <a:cubicBezTo>
                    <a:pt x="845566" y="189357"/>
                    <a:pt x="656336" y="0"/>
                    <a:pt x="422783" y="0"/>
                  </a:cubicBezTo>
                  <a:cubicBezTo>
                    <a:pt x="189230" y="0"/>
                    <a:pt x="0" y="189357"/>
                    <a:pt x="0" y="422783"/>
                  </a:cubicBezTo>
                  <a:cubicBezTo>
                    <a:pt x="0" y="656209"/>
                    <a:pt x="189357" y="845566"/>
                    <a:pt x="422783" y="845566"/>
                  </a:cubicBezTo>
                  <a:cubicBezTo>
                    <a:pt x="656209" y="845566"/>
                    <a:pt x="845566" y="656336"/>
                    <a:pt x="845566" y="422783"/>
                  </a:cubicBezTo>
                  <a:close/>
                </a:path>
              </a:pathLst>
            </a:custGeom>
            <a:solidFill>
              <a:srgbClr val="1A405D"/>
            </a:solidFill>
          </p:spPr>
          <p:txBody>
            <a:bodyPr/>
            <a:lstStyle/>
            <a:p>
              <a:endParaRPr lang="pt-BR"/>
            </a:p>
          </p:txBody>
        </p:sp>
      </p:grpSp>
      <p:grpSp>
        <p:nvGrpSpPr>
          <p:cNvPr id="42" name="Group 42"/>
          <p:cNvGrpSpPr/>
          <p:nvPr/>
        </p:nvGrpSpPr>
        <p:grpSpPr>
          <a:xfrm>
            <a:off x="9932346" y="7312419"/>
            <a:ext cx="319011" cy="319011"/>
            <a:chOff x="0" y="0"/>
            <a:chExt cx="425348" cy="425348"/>
          </a:xfrm>
        </p:grpSpPr>
        <p:sp>
          <p:nvSpPr>
            <p:cNvPr id="43" name="Freeform 43"/>
            <p:cNvSpPr/>
            <p:nvPr/>
          </p:nvSpPr>
          <p:spPr>
            <a:xfrm>
              <a:off x="0" y="0"/>
              <a:ext cx="425323" cy="425323"/>
            </a:xfrm>
            <a:custGeom>
              <a:avLst/>
              <a:gdLst/>
              <a:ahLst/>
              <a:cxnLst/>
              <a:rect l="l" t="t" r="r" b="b"/>
              <a:pathLst>
                <a:path w="425323" h="425323">
                  <a:moveTo>
                    <a:pt x="0" y="0"/>
                  </a:moveTo>
                  <a:lnTo>
                    <a:pt x="425323" y="0"/>
                  </a:lnTo>
                  <a:lnTo>
                    <a:pt x="425323" y="425323"/>
                  </a:lnTo>
                  <a:lnTo>
                    <a:pt x="0" y="42532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 r="-5" b="-5"/>
              </a:stretch>
            </a:blipFill>
          </p:spPr>
          <p:txBody>
            <a:bodyPr/>
            <a:lstStyle/>
            <a:p>
              <a:endParaRPr lang="pt-BR"/>
            </a:p>
          </p:txBody>
        </p:sp>
      </p:grpSp>
      <p:sp>
        <p:nvSpPr>
          <p:cNvPr id="44" name="TextBox 44"/>
          <p:cNvSpPr txBox="1"/>
          <p:nvPr/>
        </p:nvSpPr>
        <p:spPr>
          <a:xfrm>
            <a:off x="10640025" y="7304503"/>
            <a:ext cx="4431602" cy="73859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879"/>
              </a:lnSpc>
            </a:pPr>
            <a:r>
              <a:rPr lang="en-US" sz="2400">
                <a:solidFill>
                  <a:srgbClr val="FFFFFF"/>
                </a:solidFill>
                <a:latin typeface="Source Sans 3"/>
                <a:ea typeface="Source Sans 3"/>
                <a:cs typeface="Source Sans 3"/>
                <a:sym typeface="Source Sans 3"/>
              </a:rPr>
              <a:t>Texto</a:t>
            </a:r>
          </a:p>
          <a:p>
            <a:pPr algn="l">
              <a:lnSpc>
                <a:spcPts val="2879"/>
              </a:lnSpc>
            </a:pPr>
            <a:endParaRPr lang="en-US" sz="2400">
              <a:solidFill>
                <a:srgbClr val="FFFFFF"/>
              </a:solidFill>
              <a:latin typeface="Source Sans 3"/>
              <a:ea typeface="Source Sans 3"/>
              <a:cs typeface="Source Sans 3"/>
              <a:sym typeface="Source Sans 3"/>
            </a:endParaRPr>
          </a:p>
        </p:txBody>
      </p:sp>
      <p:grpSp>
        <p:nvGrpSpPr>
          <p:cNvPr id="45" name="Group 45"/>
          <p:cNvGrpSpPr/>
          <p:nvPr/>
        </p:nvGrpSpPr>
        <p:grpSpPr>
          <a:xfrm>
            <a:off x="2637301" y="3700796"/>
            <a:ext cx="2885399" cy="2885399"/>
            <a:chOff x="0" y="0"/>
            <a:chExt cx="3847198" cy="3847198"/>
          </a:xfrm>
        </p:grpSpPr>
        <p:sp>
          <p:nvSpPr>
            <p:cNvPr id="46" name="Freeform 46"/>
            <p:cNvSpPr/>
            <p:nvPr/>
          </p:nvSpPr>
          <p:spPr>
            <a:xfrm>
              <a:off x="0" y="0"/>
              <a:ext cx="3847211" cy="3847211"/>
            </a:xfrm>
            <a:custGeom>
              <a:avLst/>
              <a:gdLst/>
              <a:ahLst/>
              <a:cxnLst/>
              <a:rect l="l" t="t" r="r" b="b"/>
              <a:pathLst>
                <a:path w="3847211" h="3847211">
                  <a:moveTo>
                    <a:pt x="0" y="0"/>
                  </a:moveTo>
                  <a:lnTo>
                    <a:pt x="3847211" y="0"/>
                  </a:lnTo>
                  <a:lnTo>
                    <a:pt x="3847211" y="3847211"/>
                  </a:lnTo>
                  <a:lnTo>
                    <a:pt x="0" y="384721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/>
              <a:stretch>
                <a:fillRect/>
              </a:stretch>
            </a:blipFill>
          </p:spPr>
          <p:txBody>
            <a:bodyPr/>
            <a:lstStyle/>
            <a:p>
              <a:endParaRPr lang="pt-BR"/>
            </a:p>
          </p:txBody>
        </p:sp>
      </p:grp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4" name="Google Shape;314;p16"/>
          <p:cNvSpPr txBox="1">
            <a:spLocks noGrp="1"/>
          </p:cNvSpPr>
          <p:nvPr>
            <p:ph type="subTitle" idx="1"/>
          </p:nvPr>
        </p:nvSpPr>
        <p:spPr>
          <a:xfrm>
            <a:off x="1079982" y="970800"/>
            <a:ext cx="4921800" cy="556800"/>
          </a:xfrm>
          <a:prstGeom prst="rect">
            <a:avLst/>
          </a:prstGeom>
          <a:noFill/>
          <a:ln>
            <a:noFill/>
          </a:ln>
        </p:spPr>
        <p:txBody>
          <a:bodyPr spcFirstLastPara="1" vert="horz" wrap="square" lIns="182850" tIns="182850" rIns="182850" bIns="182850" rtlCol="0" anchor="t" anchorCtr="0">
            <a:noAutofit/>
          </a:bodyPr>
          <a:lstStyle/>
          <a:p>
            <a:pPr marL="0" indent="0"/>
            <a:r>
              <a:rPr lang="pt-BR" dirty="0"/>
              <a:t>COMO?</a:t>
            </a:r>
            <a:endParaRPr dirty="0"/>
          </a:p>
        </p:txBody>
      </p:sp>
      <p:sp>
        <p:nvSpPr>
          <p:cNvPr id="315" name="Google Shape;315;p16"/>
          <p:cNvSpPr/>
          <p:nvPr/>
        </p:nvSpPr>
        <p:spPr>
          <a:xfrm>
            <a:off x="3487483" y="2851500"/>
            <a:ext cx="4584600" cy="4584000"/>
          </a:xfrm>
          <a:prstGeom prst="ellipse">
            <a:avLst/>
          </a:prstGeom>
          <a:solidFill>
            <a:srgbClr val="6BA8D7">
              <a:alpha val="10196"/>
            </a:srgbClr>
          </a:solidFill>
          <a:ln>
            <a:noFill/>
          </a:ln>
        </p:spPr>
        <p:txBody>
          <a:bodyPr spcFirstLastPara="1" wrap="square" lIns="182850" tIns="182850" rIns="182850" bIns="182850" anchor="ctr" anchorCtr="0">
            <a:noAutofit/>
          </a:bodyPr>
          <a:lstStyle/>
          <a:p>
            <a:pPr algn="ctr">
              <a:buClr>
                <a:srgbClr val="000000"/>
              </a:buClr>
              <a:buSzPts val="1200"/>
            </a:pPr>
            <a:r>
              <a:rPr lang="pt-BR" sz="2800" dirty="0">
                <a:solidFill>
                  <a:srgbClr val="FFFFFF"/>
                </a:solidFill>
                <a:latin typeface="Source Sans 3"/>
                <a:ea typeface="Source Sans 3"/>
                <a:cs typeface="Source Sans 3"/>
                <a:sym typeface="Source Sans 3"/>
              </a:rPr>
              <a:t>Item</a:t>
            </a:r>
          </a:p>
        </p:txBody>
      </p:sp>
      <p:sp>
        <p:nvSpPr>
          <p:cNvPr id="316" name="Google Shape;316;p16"/>
          <p:cNvSpPr/>
          <p:nvPr/>
        </p:nvSpPr>
        <p:spPr>
          <a:xfrm>
            <a:off x="6851684" y="2851510"/>
            <a:ext cx="4584600" cy="4584000"/>
          </a:xfrm>
          <a:prstGeom prst="ellipse">
            <a:avLst/>
          </a:prstGeom>
          <a:solidFill>
            <a:srgbClr val="6BA8D7">
              <a:alpha val="10196"/>
            </a:srgbClr>
          </a:solidFill>
          <a:ln>
            <a:noFill/>
          </a:ln>
        </p:spPr>
        <p:txBody>
          <a:bodyPr spcFirstLastPara="1" wrap="square" lIns="182850" tIns="182850" rIns="182850" bIns="182850" anchor="ctr" anchorCtr="0">
            <a:noAutofit/>
          </a:bodyPr>
          <a:lstStyle/>
          <a:p>
            <a:pPr algn="ctr">
              <a:buClr>
                <a:srgbClr val="000000"/>
              </a:buClr>
              <a:buSzPts val="1400"/>
            </a:pPr>
            <a:r>
              <a:rPr lang="pt-BR" sz="2800" dirty="0">
                <a:solidFill>
                  <a:schemeClr val="dk1"/>
                </a:solidFill>
                <a:latin typeface="Source Sans 3"/>
                <a:ea typeface="Source Sans 3"/>
                <a:cs typeface="Source Sans 3"/>
                <a:sym typeface="Source Sans 3"/>
              </a:rPr>
              <a:t>Item</a:t>
            </a:r>
            <a:endParaRPr sz="2800" dirty="0">
              <a:solidFill>
                <a:srgbClr val="FFFFFF"/>
              </a:solidFill>
              <a:latin typeface="Source Sans 3"/>
              <a:ea typeface="Source Sans 3"/>
              <a:cs typeface="Source Sans 3"/>
              <a:sym typeface="Source Sans 3"/>
            </a:endParaRPr>
          </a:p>
        </p:txBody>
      </p:sp>
      <p:sp>
        <p:nvSpPr>
          <p:cNvPr id="317" name="Google Shape;317;p16"/>
          <p:cNvSpPr/>
          <p:nvPr/>
        </p:nvSpPr>
        <p:spPr>
          <a:xfrm>
            <a:off x="10215918" y="2851510"/>
            <a:ext cx="4584600" cy="4584000"/>
          </a:xfrm>
          <a:prstGeom prst="ellipse">
            <a:avLst/>
          </a:prstGeom>
          <a:solidFill>
            <a:srgbClr val="6BA8D7">
              <a:alpha val="10196"/>
            </a:srgbClr>
          </a:solidFill>
          <a:ln>
            <a:noFill/>
          </a:ln>
        </p:spPr>
        <p:txBody>
          <a:bodyPr spcFirstLastPara="1" wrap="square" lIns="182850" tIns="182850" rIns="182850" bIns="182850" anchor="ctr" anchorCtr="0">
            <a:noAutofit/>
          </a:bodyPr>
          <a:lstStyle/>
          <a:p>
            <a:pPr algn="ctr">
              <a:buClr>
                <a:srgbClr val="000000"/>
              </a:buClr>
              <a:buSzPts val="1400"/>
            </a:pPr>
            <a:r>
              <a:rPr lang="pt-BR" sz="2800" dirty="0">
                <a:solidFill>
                  <a:srgbClr val="FFFFFF"/>
                </a:solidFill>
                <a:latin typeface="Source Sans 3"/>
                <a:ea typeface="Source Sans 3"/>
                <a:cs typeface="Source Sans 3"/>
                <a:sym typeface="Source Sans 3"/>
              </a:rPr>
              <a:t>Item</a:t>
            </a:r>
            <a:endParaRPr sz="200" dirty="0">
              <a:solidFill>
                <a:srgbClr val="FFFFFF"/>
              </a:solidFill>
              <a:latin typeface="Source Sans 3"/>
              <a:ea typeface="Source Sans 3"/>
              <a:cs typeface="Source Sans 3"/>
              <a:sym typeface="Source Sans 3"/>
            </a:endParaRP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2" name="Google Shape;322;p17"/>
          <p:cNvSpPr/>
          <p:nvPr/>
        </p:nvSpPr>
        <p:spPr>
          <a:xfrm>
            <a:off x="540066" y="481800"/>
            <a:ext cx="17208000" cy="9265200"/>
          </a:xfrm>
          <a:prstGeom prst="roundRect">
            <a:avLst>
              <a:gd name="adj" fmla="val 5991"/>
            </a:avLst>
          </a:prstGeom>
          <a:solidFill>
            <a:srgbClr val="6BA8D7">
              <a:alpha val="10196"/>
            </a:srgbClr>
          </a:solidFill>
          <a:ln>
            <a:noFill/>
          </a:ln>
          <a:effectLst>
            <a:outerShdw blurRad="520700" sx="103000" sy="103000" algn="ctr" rotWithShape="0">
              <a:srgbClr val="000000">
                <a:alpha val="4705"/>
              </a:srgbClr>
            </a:outerShdw>
          </a:effectLst>
        </p:spPr>
        <p:txBody>
          <a:bodyPr spcFirstLastPara="1" wrap="square" lIns="182850" tIns="91400" rIns="182850" bIns="91400" anchor="ctr" anchorCtr="0">
            <a:noAutofit/>
          </a:bodyPr>
          <a:lstStyle/>
          <a:p>
            <a:pPr algn="ctr">
              <a:buClr>
                <a:srgbClr val="000000"/>
              </a:buClr>
              <a:buSzPts val="1800"/>
            </a:pPr>
            <a:endParaRPr sz="3600">
              <a:solidFill>
                <a:srgbClr val="FFFFFF"/>
              </a:solidFill>
              <a:latin typeface="Work Sans"/>
              <a:ea typeface="Work Sans"/>
              <a:cs typeface="Work Sans"/>
              <a:sym typeface="Work Sans"/>
            </a:endParaRPr>
          </a:p>
        </p:txBody>
      </p:sp>
      <p:graphicFrame>
        <p:nvGraphicFramePr>
          <p:cNvPr id="323" name="Google Shape;323;p17"/>
          <p:cNvGraphicFramePr/>
          <p:nvPr>
            <p:extLst>
              <p:ext uri="{D42A27DB-BD31-4B8C-83A1-F6EECF244321}">
                <p14:modId xmlns:p14="http://schemas.microsoft.com/office/powerpoint/2010/main" val="1226745057"/>
              </p:ext>
            </p:extLst>
          </p:nvPr>
        </p:nvGraphicFramePr>
        <p:xfrm>
          <a:off x="1066157" y="1017029"/>
          <a:ext cx="16155650" cy="8252950"/>
        </p:xfrm>
        <a:graphic>
          <a:graphicData uri="http://schemas.openxmlformats.org/drawingml/2006/table">
            <a:tbl>
              <a:tblPr>
                <a:noFill/>
              </a:tblPr>
              <a:tblGrid>
                <a:gridCol w="4518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8561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518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85615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4518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85615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45180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1856150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451800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  <a:gridCol w="1856150">
                  <a:extLst>
                    <a:ext uri="{9D8B030D-6E8A-4147-A177-3AD203B41FA5}">
                      <a16:colId xmlns:a16="http://schemas.microsoft.com/office/drawing/2014/main" val="20009"/>
                    </a:ext>
                  </a:extLst>
                </a:gridCol>
                <a:gridCol w="451800">
                  <a:extLst>
                    <a:ext uri="{9D8B030D-6E8A-4147-A177-3AD203B41FA5}">
                      <a16:colId xmlns:a16="http://schemas.microsoft.com/office/drawing/2014/main" val="20010"/>
                    </a:ext>
                  </a:extLst>
                </a:gridCol>
                <a:gridCol w="1856150">
                  <a:extLst>
                    <a:ext uri="{9D8B030D-6E8A-4147-A177-3AD203B41FA5}">
                      <a16:colId xmlns:a16="http://schemas.microsoft.com/office/drawing/2014/main" val="20011"/>
                    </a:ext>
                  </a:extLst>
                </a:gridCol>
                <a:gridCol w="451800">
                  <a:extLst>
                    <a:ext uri="{9D8B030D-6E8A-4147-A177-3AD203B41FA5}">
                      <a16:colId xmlns:a16="http://schemas.microsoft.com/office/drawing/2014/main" val="20012"/>
                    </a:ext>
                  </a:extLst>
                </a:gridCol>
                <a:gridCol w="1856150">
                  <a:extLst>
                    <a:ext uri="{9D8B030D-6E8A-4147-A177-3AD203B41FA5}">
                      <a16:colId xmlns:a16="http://schemas.microsoft.com/office/drawing/2014/main" val="20013"/>
                    </a:ext>
                  </a:extLst>
                </a:gridCol>
              </a:tblGrid>
              <a:tr h="651200">
                <a:tc gridSpan="2"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Arial"/>
                        <a:buNone/>
                      </a:pPr>
                      <a:r>
                        <a:rPr lang="pt-BR" sz="2400" i="0" u="none" strike="noStrike" cap="none">
                          <a:solidFill>
                            <a:srgbClr val="FFFFFF"/>
                          </a:solidFill>
                          <a:latin typeface="Helvetica Neue Light"/>
                          <a:ea typeface="Helvetica Neue Light"/>
                          <a:cs typeface="Helvetica Neue Light"/>
                          <a:sym typeface="Helvetica Neue Light"/>
                        </a:rPr>
                        <a:t>Domingo</a:t>
                      </a:r>
                      <a:endParaRPr sz="2400" u="none" strike="noStrike" cap="none">
                        <a:solidFill>
                          <a:srgbClr val="FFFFFF"/>
                        </a:solidFill>
                        <a:latin typeface="Helvetica Neue Light"/>
                        <a:ea typeface="Helvetica Neue Light"/>
                        <a:cs typeface="Helvetica Neue Light"/>
                        <a:sym typeface="Helvetica Neue Light"/>
                      </a:endParaRPr>
                    </a:p>
                  </a:txBody>
                  <a:tcPr marL="25900" marR="25900" marT="25900" marB="25900" anchor="ctr">
                    <a:lnL w="9525" cap="flat" cmpd="sng">
                      <a:solidFill>
                        <a:srgbClr val="6D38F5">
                          <a:alpha val="0"/>
                        </a:srgbClr>
                      </a:solidFill>
                      <a:prstDash val="dash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6D38F5">
                          <a:alpha val="0"/>
                        </a:srgbClr>
                      </a:solidFill>
                      <a:prstDash val="dash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6D38F5">
                          <a:alpha val="0"/>
                        </a:srgbClr>
                      </a:solidFill>
                      <a:prstDash val="dash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6D38F5">
                          <a:alpha val="0"/>
                        </a:srgbClr>
                      </a:solidFill>
                      <a:prstDash val="dash"/>
                      <a:round/>
                      <a:headEnd type="none" w="sm" len="sm"/>
                      <a:tailEnd type="none" w="sm" len="sm"/>
                    </a:lnB>
                    <a:solidFill>
                      <a:srgbClr val="6BA8D7">
                        <a:alpha val="70196"/>
                      </a:srgbClr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pt-BR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Arial"/>
                        <a:buNone/>
                      </a:pPr>
                      <a:r>
                        <a:rPr lang="pt-BR" sz="2400" i="0" u="none" strike="noStrike" cap="none">
                          <a:solidFill>
                            <a:srgbClr val="FFFFFF"/>
                          </a:solidFill>
                          <a:latin typeface="Helvetica Neue Light"/>
                          <a:ea typeface="Helvetica Neue Light"/>
                          <a:cs typeface="Helvetica Neue Light"/>
                          <a:sym typeface="Helvetica Neue Light"/>
                        </a:rPr>
                        <a:t>Segunda</a:t>
                      </a:r>
                      <a:endParaRPr sz="2400" u="none" strike="noStrike" cap="none">
                        <a:solidFill>
                          <a:srgbClr val="FFFFFF"/>
                        </a:solidFill>
                        <a:latin typeface="Helvetica Neue Light"/>
                        <a:ea typeface="Helvetica Neue Light"/>
                        <a:cs typeface="Helvetica Neue Light"/>
                        <a:sym typeface="Helvetica Neue Light"/>
                      </a:endParaRPr>
                    </a:p>
                  </a:txBody>
                  <a:tcPr marL="25900" marR="25900" marT="25900" marB="25900" anchor="ctr">
                    <a:lnL w="9525" cap="flat" cmpd="sng">
                      <a:solidFill>
                        <a:srgbClr val="6D38F5">
                          <a:alpha val="0"/>
                        </a:srgbClr>
                      </a:solidFill>
                      <a:prstDash val="dash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6D38F5">
                          <a:alpha val="0"/>
                        </a:srgbClr>
                      </a:solidFill>
                      <a:prstDash val="dash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6D38F5">
                          <a:alpha val="0"/>
                        </a:srgbClr>
                      </a:solidFill>
                      <a:prstDash val="dash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6BA8D7">
                        <a:alpha val="30196"/>
                      </a:srgbClr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pt-BR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Arial"/>
                        <a:buNone/>
                      </a:pPr>
                      <a:r>
                        <a:rPr lang="pt-BR" sz="2400" i="0" u="none" strike="noStrike" cap="none">
                          <a:solidFill>
                            <a:srgbClr val="FFFFFF"/>
                          </a:solidFill>
                          <a:latin typeface="Helvetica Neue Light"/>
                          <a:ea typeface="Helvetica Neue Light"/>
                          <a:cs typeface="Helvetica Neue Light"/>
                          <a:sym typeface="Helvetica Neue Light"/>
                        </a:rPr>
                        <a:t>Terça</a:t>
                      </a:r>
                      <a:endParaRPr sz="2400" u="none" strike="noStrike" cap="none">
                        <a:solidFill>
                          <a:srgbClr val="FFFFFF"/>
                        </a:solidFill>
                        <a:latin typeface="Helvetica Neue Light"/>
                        <a:ea typeface="Helvetica Neue Light"/>
                        <a:cs typeface="Helvetica Neue Light"/>
                        <a:sym typeface="Helvetica Neue Light"/>
                      </a:endParaRPr>
                    </a:p>
                  </a:txBody>
                  <a:tcPr marL="25900" marR="25900" marT="25900" marB="25900" anchor="ctr">
                    <a:lnL w="9525" cap="flat" cmpd="sng">
                      <a:solidFill>
                        <a:srgbClr val="6D38F5">
                          <a:alpha val="0"/>
                        </a:srgbClr>
                      </a:solidFill>
                      <a:prstDash val="dash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6D38F5">
                          <a:alpha val="0"/>
                        </a:srgbClr>
                      </a:solidFill>
                      <a:prstDash val="dash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6D38F5">
                          <a:alpha val="0"/>
                        </a:srgbClr>
                      </a:solidFill>
                      <a:prstDash val="dash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6BA8D7">
                        <a:alpha val="70196"/>
                      </a:srgbClr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pt-BR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Arial"/>
                        <a:buNone/>
                      </a:pPr>
                      <a:r>
                        <a:rPr lang="pt-BR" sz="2400" i="0" u="none" strike="noStrike" cap="none">
                          <a:solidFill>
                            <a:srgbClr val="FFFFFF"/>
                          </a:solidFill>
                          <a:latin typeface="Helvetica Neue Light"/>
                          <a:ea typeface="Helvetica Neue Light"/>
                          <a:cs typeface="Helvetica Neue Light"/>
                          <a:sym typeface="Helvetica Neue Light"/>
                        </a:rPr>
                        <a:t>Quarta </a:t>
                      </a:r>
                      <a:endParaRPr sz="2400" u="none" strike="noStrike" cap="none">
                        <a:solidFill>
                          <a:srgbClr val="FFFFFF"/>
                        </a:solidFill>
                        <a:latin typeface="Helvetica Neue Light"/>
                        <a:ea typeface="Helvetica Neue Light"/>
                        <a:cs typeface="Helvetica Neue Light"/>
                        <a:sym typeface="Helvetica Neue Light"/>
                      </a:endParaRPr>
                    </a:p>
                  </a:txBody>
                  <a:tcPr marL="25900" marR="25900" marT="25900" marB="25900" anchor="ctr">
                    <a:lnL w="9525" cap="flat" cmpd="sng">
                      <a:solidFill>
                        <a:srgbClr val="6D38F5">
                          <a:alpha val="0"/>
                        </a:srgbClr>
                      </a:solidFill>
                      <a:prstDash val="dash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6D38F5">
                          <a:alpha val="0"/>
                        </a:srgbClr>
                      </a:solidFill>
                      <a:prstDash val="dash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6D38F5">
                          <a:alpha val="0"/>
                        </a:srgbClr>
                      </a:solidFill>
                      <a:prstDash val="dash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6BA8D7">
                        <a:alpha val="30196"/>
                      </a:srgbClr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pt-BR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Arial"/>
                        <a:buNone/>
                      </a:pPr>
                      <a:r>
                        <a:rPr lang="pt-BR" sz="2400" i="0" u="none" strike="noStrike" cap="none">
                          <a:solidFill>
                            <a:srgbClr val="FFFFFF"/>
                          </a:solidFill>
                          <a:latin typeface="Helvetica Neue Light"/>
                          <a:ea typeface="Helvetica Neue Light"/>
                          <a:cs typeface="Helvetica Neue Light"/>
                          <a:sym typeface="Helvetica Neue Light"/>
                        </a:rPr>
                        <a:t>Quinta </a:t>
                      </a:r>
                      <a:endParaRPr sz="2400" u="none" strike="noStrike" cap="none">
                        <a:solidFill>
                          <a:srgbClr val="FFFFFF"/>
                        </a:solidFill>
                        <a:latin typeface="Helvetica Neue Light"/>
                        <a:ea typeface="Helvetica Neue Light"/>
                        <a:cs typeface="Helvetica Neue Light"/>
                        <a:sym typeface="Helvetica Neue Light"/>
                      </a:endParaRPr>
                    </a:p>
                  </a:txBody>
                  <a:tcPr marL="25900" marR="25900" marT="25900" marB="25900" anchor="ctr">
                    <a:lnL w="9525" cap="flat" cmpd="sng">
                      <a:solidFill>
                        <a:srgbClr val="6D38F5">
                          <a:alpha val="0"/>
                        </a:srgbClr>
                      </a:solidFill>
                      <a:prstDash val="dash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6D38F5">
                          <a:alpha val="0"/>
                        </a:srgbClr>
                      </a:solidFill>
                      <a:prstDash val="dash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6D38F5">
                          <a:alpha val="0"/>
                        </a:srgbClr>
                      </a:solidFill>
                      <a:prstDash val="dash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6BA8D7">
                        <a:alpha val="70196"/>
                      </a:srgbClr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pt-BR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Arial"/>
                        <a:buNone/>
                      </a:pPr>
                      <a:r>
                        <a:rPr lang="pt-BR" sz="2400" i="0" u="none" strike="noStrike" cap="none">
                          <a:solidFill>
                            <a:srgbClr val="FFFFFF"/>
                          </a:solidFill>
                          <a:latin typeface="Helvetica Neue Light"/>
                          <a:ea typeface="Helvetica Neue Light"/>
                          <a:cs typeface="Helvetica Neue Light"/>
                          <a:sym typeface="Helvetica Neue Light"/>
                        </a:rPr>
                        <a:t>Sexta</a:t>
                      </a:r>
                      <a:endParaRPr sz="2400" u="none" strike="noStrike" cap="none">
                        <a:solidFill>
                          <a:srgbClr val="FFFFFF"/>
                        </a:solidFill>
                        <a:latin typeface="Helvetica Neue Light"/>
                        <a:ea typeface="Helvetica Neue Light"/>
                        <a:cs typeface="Helvetica Neue Light"/>
                        <a:sym typeface="Helvetica Neue Light"/>
                      </a:endParaRPr>
                    </a:p>
                  </a:txBody>
                  <a:tcPr marL="25900" marR="25900" marT="25900" marB="25900" anchor="ctr">
                    <a:lnL w="9525" cap="flat" cmpd="sng">
                      <a:solidFill>
                        <a:srgbClr val="6D38F5">
                          <a:alpha val="0"/>
                        </a:srgbClr>
                      </a:solidFill>
                      <a:prstDash val="dash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6D38F5">
                          <a:alpha val="0"/>
                        </a:srgbClr>
                      </a:solidFill>
                      <a:prstDash val="dash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6D38F5">
                          <a:alpha val="0"/>
                        </a:srgbClr>
                      </a:solidFill>
                      <a:prstDash val="dash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6BA8D7">
                        <a:alpha val="30196"/>
                      </a:srgbClr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pt-BR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Arial"/>
                        <a:buNone/>
                      </a:pPr>
                      <a:r>
                        <a:rPr lang="pt-BR" sz="2400" i="0" u="none" strike="noStrike" cap="none">
                          <a:solidFill>
                            <a:srgbClr val="FFFFFF"/>
                          </a:solidFill>
                          <a:latin typeface="Helvetica Neue Light"/>
                          <a:ea typeface="Helvetica Neue Light"/>
                          <a:cs typeface="Helvetica Neue Light"/>
                          <a:sym typeface="Helvetica Neue Light"/>
                        </a:rPr>
                        <a:t>Sábado</a:t>
                      </a:r>
                      <a:endParaRPr sz="2400" u="none" strike="noStrike" cap="none">
                        <a:solidFill>
                          <a:srgbClr val="FFFFFF"/>
                        </a:solidFill>
                        <a:latin typeface="Helvetica Neue Light"/>
                        <a:ea typeface="Helvetica Neue Light"/>
                        <a:cs typeface="Helvetica Neue Light"/>
                        <a:sym typeface="Helvetica Neue Light"/>
                      </a:endParaRPr>
                    </a:p>
                  </a:txBody>
                  <a:tcPr marL="25900" marR="25900" marT="25900" marB="25900" anchor="ctr">
                    <a:lnL w="9525" cap="flat" cmpd="sng">
                      <a:solidFill>
                        <a:srgbClr val="6D38F5">
                          <a:alpha val="0"/>
                        </a:srgbClr>
                      </a:solidFill>
                      <a:prstDash val="dash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6D38F5">
                          <a:alpha val="0"/>
                        </a:srgbClr>
                      </a:solidFill>
                      <a:prstDash val="dash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6D38F5">
                          <a:alpha val="0"/>
                        </a:srgbClr>
                      </a:solidFill>
                      <a:prstDash val="dash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6BA8D7">
                        <a:alpha val="70196"/>
                      </a:srgbClr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pt-BR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520350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endParaRPr sz="2000" u="none" strike="noStrike" cap="none">
                        <a:solidFill>
                          <a:srgbClr val="FFFFFF"/>
                        </a:solidFill>
                        <a:latin typeface="Helvetica Neue Light"/>
                        <a:ea typeface="Helvetica Neue Light"/>
                        <a:cs typeface="Helvetica Neue Light"/>
                        <a:sym typeface="Helvetica Neue Light"/>
                      </a:endParaRPr>
                    </a:p>
                  </a:txBody>
                  <a:tcPr marL="25900" marR="25900" marT="25900" marB="25900" anchor="ctr">
                    <a:lnL w="9525" cap="flat" cmpd="sng">
                      <a:solidFill>
                        <a:srgbClr val="6D38F5">
                          <a:alpha val="0"/>
                        </a:srgbClr>
                      </a:solidFill>
                      <a:prstDash val="dash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6D38F5">
                          <a:alpha val="0"/>
                        </a:srgbClr>
                      </a:solidFill>
                      <a:prstDash val="dash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6D38F5">
                          <a:alpha val="0"/>
                        </a:srgbClr>
                      </a:solidFill>
                      <a:prstDash val="dash"/>
                      <a:round/>
                      <a:headEnd type="none" w="sm" len="sm"/>
                      <a:tailEnd type="none" w="sm" len="sm"/>
                    </a:lnB>
                    <a:solidFill>
                      <a:srgbClr val="000000">
                        <a:alpha val="5098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Arial"/>
                        <a:buNone/>
                      </a:pPr>
                      <a:endParaRPr sz="2000" u="none" strike="noStrike" cap="none">
                        <a:solidFill>
                          <a:srgbClr val="FFFFFF"/>
                        </a:solidFill>
                        <a:latin typeface="Helvetica Neue Light"/>
                        <a:ea typeface="Helvetica Neue Light"/>
                        <a:cs typeface="Helvetica Neue Light"/>
                        <a:sym typeface="Helvetica Neue Light"/>
                      </a:endParaRPr>
                    </a:p>
                  </a:txBody>
                  <a:tcPr marL="25900" marR="25900" marT="25900" marB="25900" anchor="ctr">
                    <a:lnL w="9525" cap="flat" cmpd="sng">
                      <a:solidFill>
                        <a:schemeClr val="lt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dot"/>
                      <a:round/>
                      <a:headEnd type="none" w="sm" len="sm"/>
                      <a:tailEnd type="none" w="sm" len="sm"/>
                    </a:lnB>
                    <a:solidFill>
                      <a:srgbClr val="6BA8D7">
                        <a:alpha val="10196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endParaRPr sz="2000" u="none" strike="noStrike" cap="none">
                        <a:solidFill>
                          <a:srgbClr val="FFFFFF"/>
                        </a:solidFill>
                        <a:latin typeface="Helvetica Neue Light"/>
                        <a:ea typeface="Helvetica Neue Light"/>
                        <a:cs typeface="Helvetica Neue Light"/>
                        <a:sym typeface="Helvetica Neue Light"/>
                      </a:endParaRPr>
                    </a:p>
                  </a:txBody>
                  <a:tcPr marL="25900" marR="25900" marT="25900" marB="25900" anchor="ctr">
                    <a:lnL w="9525" cap="flat" cmpd="sng">
                      <a:solidFill>
                        <a:schemeClr val="lt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dot"/>
                      <a:round/>
                      <a:headEnd type="none" w="sm" len="sm"/>
                      <a:tailEnd type="none" w="sm" len="sm"/>
                    </a:lnB>
                    <a:solidFill>
                      <a:srgbClr val="000000">
                        <a:alpha val="5098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endParaRPr sz="2000" u="none" strike="noStrike" cap="none">
                        <a:solidFill>
                          <a:srgbClr val="FFFFFF"/>
                        </a:solidFill>
                        <a:latin typeface="Helvetica Neue Light"/>
                        <a:ea typeface="Helvetica Neue Light"/>
                        <a:cs typeface="Helvetica Neue Light"/>
                        <a:sym typeface="Helvetica Neue Light"/>
                      </a:endParaRPr>
                    </a:p>
                  </a:txBody>
                  <a:tcPr marL="25900" marR="25900" marT="25900" marB="25900" anchor="ctr">
                    <a:lnL w="9525" cap="flat" cmpd="sng">
                      <a:solidFill>
                        <a:schemeClr val="lt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dot"/>
                      <a:round/>
                      <a:headEnd type="none" w="sm" len="sm"/>
                      <a:tailEnd type="none" w="sm" len="sm"/>
                    </a:lnB>
                    <a:solidFill>
                      <a:srgbClr val="6BA8D7">
                        <a:alpha val="10196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Arial"/>
                        <a:buNone/>
                      </a:pPr>
                      <a:r>
                        <a:rPr lang="pt-BR" sz="2000" u="none" strike="noStrike" cap="none">
                          <a:solidFill>
                            <a:srgbClr val="FFFFFF"/>
                          </a:solidFill>
                          <a:latin typeface="Helvetica Neue Light"/>
                          <a:ea typeface="Helvetica Neue Light"/>
                          <a:cs typeface="Helvetica Neue Light"/>
                          <a:sym typeface="Helvetica Neue Light"/>
                        </a:rPr>
                        <a:t>01</a:t>
                      </a:r>
                      <a:endParaRPr sz="2000" u="none" strike="noStrike" cap="none">
                        <a:solidFill>
                          <a:srgbClr val="FFFFFF"/>
                        </a:solidFill>
                        <a:latin typeface="Helvetica Neue Light"/>
                        <a:ea typeface="Helvetica Neue Light"/>
                        <a:cs typeface="Helvetica Neue Light"/>
                        <a:sym typeface="Helvetica Neue Light"/>
                      </a:endParaRPr>
                    </a:p>
                  </a:txBody>
                  <a:tcPr marL="25900" marR="25900" marT="25900" marB="25900" anchor="ctr">
                    <a:lnL w="9525" cap="flat" cmpd="sng">
                      <a:solidFill>
                        <a:schemeClr val="lt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dot"/>
                      <a:round/>
                      <a:headEnd type="none" w="sm" len="sm"/>
                      <a:tailEnd type="none" w="sm" len="sm"/>
                    </a:lnB>
                    <a:solidFill>
                      <a:srgbClr val="000000">
                        <a:alpha val="5098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endParaRPr sz="2000" u="none" strike="noStrike" cap="none">
                        <a:solidFill>
                          <a:srgbClr val="FFFFFF"/>
                        </a:solidFill>
                        <a:latin typeface="Helvetica Neue Light"/>
                        <a:ea typeface="Helvetica Neue Light"/>
                        <a:cs typeface="Helvetica Neue Light"/>
                        <a:sym typeface="Helvetica Neue Light"/>
                      </a:endParaRPr>
                    </a:p>
                  </a:txBody>
                  <a:tcPr marL="25900" marR="25900" marT="25900" marB="25900" anchor="ctr">
                    <a:lnL w="9525" cap="flat" cmpd="sng">
                      <a:solidFill>
                        <a:schemeClr val="lt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dot"/>
                      <a:round/>
                      <a:headEnd type="none" w="sm" len="sm"/>
                      <a:tailEnd type="none" w="sm" len="sm"/>
                    </a:lnB>
                    <a:solidFill>
                      <a:srgbClr val="6BA8D7">
                        <a:alpha val="10196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Arial"/>
                        <a:buNone/>
                      </a:pPr>
                      <a:r>
                        <a:rPr lang="pt-BR" sz="2000" u="none" strike="noStrike" cap="none">
                          <a:solidFill>
                            <a:srgbClr val="FFFFFF"/>
                          </a:solidFill>
                          <a:latin typeface="Helvetica Neue Light"/>
                          <a:ea typeface="Helvetica Neue Light"/>
                          <a:cs typeface="Helvetica Neue Light"/>
                          <a:sym typeface="Helvetica Neue Light"/>
                        </a:rPr>
                        <a:t>02</a:t>
                      </a:r>
                      <a:endParaRPr sz="2000" u="none" strike="noStrike" cap="none">
                        <a:solidFill>
                          <a:srgbClr val="FFFFFF"/>
                        </a:solidFill>
                        <a:latin typeface="Helvetica Neue Light"/>
                        <a:ea typeface="Helvetica Neue Light"/>
                        <a:cs typeface="Helvetica Neue Light"/>
                        <a:sym typeface="Helvetica Neue Light"/>
                      </a:endParaRPr>
                    </a:p>
                  </a:txBody>
                  <a:tcPr marL="25900" marR="25900" marT="25900" marB="25900" anchor="ctr">
                    <a:lnL w="9525" cap="flat" cmpd="sng">
                      <a:solidFill>
                        <a:schemeClr val="lt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dot"/>
                      <a:round/>
                      <a:headEnd type="none" w="sm" len="sm"/>
                      <a:tailEnd type="none" w="sm" len="sm"/>
                    </a:lnB>
                    <a:solidFill>
                      <a:srgbClr val="000000">
                        <a:alpha val="5098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Arial"/>
                        <a:buNone/>
                      </a:pPr>
                      <a:endParaRPr sz="2000" u="none" strike="noStrike" cap="none">
                        <a:solidFill>
                          <a:srgbClr val="FFFFFF"/>
                        </a:solidFill>
                        <a:latin typeface="Helvetica Neue Light"/>
                        <a:ea typeface="Helvetica Neue Light"/>
                        <a:cs typeface="Helvetica Neue Light"/>
                        <a:sym typeface="Helvetica Neue Light"/>
                      </a:endParaRPr>
                    </a:p>
                  </a:txBody>
                  <a:tcPr marL="25900" marR="25900" marT="25900" marB="25900" anchor="ctr">
                    <a:lnL w="9525" cap="flat" cmpd="sng">
                      <a:solidFill>
                        <a:schemeClr val="lt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dot"/>
                      <a:round/>
                      <a:headEnd type="none" w="sm" len="sm"/>
                      <a:tailEnd type="none" w="sm" len="sm"/>
                    </a:lnB>
                    <a:solidFill>
                      <a:srgbClr val="6BA8D7">
                        <a:alpha val="10196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Arial"/>
                        <a:buNone/>
                      </a:pPr>
                      <a:r>
                        <a:rPr lang="pt-BR" sz="2000" u="none" strike="noStrike" cap="none">
                          <a:solidFill>
                            <a:srgbClr val="FFFFFF"/>
                          </a:solidFill>
                          <a:latin typeface="Helvetica Neue Light"/>
                          <a:ea typeface="Helvetica Neue Light"/>
                          <a:cs typeface="Helvetica Neue Light"/>
                          <a:sym typeface="Helvetica Neue Light"/>
                        </a:rPr>
                        <a:t>03</a:t>
                      </a:r>
                      <a:endParaRPr sz="2000" u="none" strike="noStrike" cap="none">
                        <a:solidFill>
                          <a:srgbClr val="FFFFFF"/>
                        </a:solidFill>
                        <a:latin typeface="Helvetica Neue Light"/>
                        <a:ea typeface="Helvetica Neue Light"/>
                        <a:cs typeface="Helvetica Neue Light"/>
                        <a:sym typeface="Helvetica Neue Light"/>
                      </a:endParaRPr>
                    </a:p>
                  </a:txBody>
                  <a:tcPr marL="25900" marR="25900" marT="25900" marB="25900" anchor="ctr">
                    <a:lnL w="9525" cap="flat" cmpd="sng">
                      <a:solidFill>
                        <a:schemeClr val="lt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dot"/>
                      <a:round/>
                      <a:headEnd type="none" w="sm" len="sm"/>
                      <a:tailEnd type="none" w="sm" len="sm"/>
                    </a:lnB>
                    <a:solidFill>
                      <a:srgbClr val="000000">
                        <a:alpha val="5098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134999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Arial"/>
                        <a:buNone/>
                      </a:pPr>
                      <a:endParaRPr sz="2000" u="none" strike="noStrike" cap="none">
                        <a:solidFill>
                          <a:srgbClr val="FFFFFF"/>
                        </a:solidFill>
                        <a:latin typeface="Helvetica Neue Light"/>
                        <a:ea typeface="Helvetica Neue Light"/>
                        <a:cs typeface="Helvetica Neue Light"/>
                        <a:sym typeface="Helvetica Neue Light"/>
                      </a:endParaRPr>
                    </a:p>
                  </a:txBody>
                  <a:tcPr marL="25900" marR="299050" marT="25900" marB="25900" anchor="ctr">
                    <a:lnL w="9525" cap="flat" cmpd="sng">
                      <a:solidFill>
                        <a:schemeClr val="lt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dot"/>
                      <a:round/>
                      <a:headEnd type="none" w="sm" len="sm"/>
                      <a:tailEnd type="none" w="sm" len="sm"/>
                    </a:lnB>
                    <a:solidFill>
                      <a:srgbClr val="6BA8D7">
                        <a:alpha val="10196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Arial"/>
                        <a:buNone/>
                      </a:pPr>
                      <a:r>
                        <a:rPr lang="pt-BR" sz="2000" u="none" strike="noStrike" cap="none">
                          <a:solidFill>
                            <a:srgbClr val="FFFFFF"/>
                          </a:solidFill>
                          <a:latin typeface="Helvetica Neue Light"/>
                          <a:ea typeface="Helvetica Neue Light"/>
                          <a:cs typeface="Helvetica Neue Light"/>
                          <a:sym typeface="Helvetica Neue Light"/>
                        </a:rPr>
                        <a:t>04</a:t>
                      </a:r>
                      <a:endParaRPr sz="2000" u="none" strike="noStrike" cap="none">
                        <a:solidFill>
                          <a:srgbClr val="FFFFFF"/>
                        </a:solidFill>
                        <a:latin typeface="Helvetica Neue Light"/>
                        <a:ea typeface="Helvetica Neue Light"/>
                        <a:cs typeface="Helvetica Neue Light"/>
                        <a:sym typeface="Helvetica Neue Light"/>
                      </a:endParaRPr>
                    </a:p>
                  </a:txBody>
                  <a:tcPr marL="25900" marR="25900" marT="25900" marB="25900" anchor="ctr">
                    <a:lnL w="9525" cap="flat" cmpd="sng">
                      <a:solidFill>
                        <a:schemeClr val="lt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dot"/>
                      <a:round/>
                      <a:headEnd type="none" w="sm" len="sm"/>
                      <a:tailEnd type="none" w="sm" len="sm"/>
                    </a:lnB>
                    <a:solidFill>
                      <a:srgbClr val="000000">
                        <a:alpha val="5098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134999" marR="88071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endParaRPr sz="2000" u="none" strike="noStrike" cap="none">
                        <a:solidFill>
                          <a:srgbClr val="FFFFFF"/>
                        </a:solidFill>
                        <a:latin typeface="Helvetica Neue Light"/>
                        <a:ea typeface="Helvetica Neue Light"/>
                        <a:cs typeface="Helvetica Neue Light"/>
                        <a:sym typeface="Helvetica Neue Light"/>
                      </a:endParaRPr>
                    </a:p>
                  </a:txBody>
                  <a:tcPr marL="25900" marR="25900" marT="25900" marB="25900" anchor="ctr">
                    <a:lnL w="9525" cap="flat" cmpd="sng">
                      <a:solidFill>
                        <a:schemeClr val="lt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dot"/>
                      <a:round/>
                      <a:headEnd type="none" w="sm" len="sm"/>
                      <a:tailEnd type="none" w="sm" len="sm"/>
                    </a:lnB>
                    <a:solidFill>
                      <a:srgbClr val="6BA8D7">
                        <a:alpha val="10196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Arial"/>
                        <a:buNone/>
                      </a:pPr>
                      <a:r>
                        <a:rPr lang="pt-BR" sz="2000" u="none" strike="noStrike" cap="none">
                          <a:solidFill>
                            <a:srgbClr val="FFFFFF"/>
                          </a:solidFill>
                          <a:latin typeface="Helvetica Neue Light"/>
                          <a:ea typeface="Helvetica Neue Light"/>
                          <a:cs typeface="Helvetica Neue Light"/>
                          <a:sym typeface="Helvetica Neue Light"/>
                        </a:rPr>
                        <a:t>05</a:t>
                      </a:r>
                      <a:endParaRPr sz="2000" u="none" strike="noStrike" cap="none">
                        <a:solidFill>
                          <a:srgbClr val="FFFFFF"/>
                        </a:solidFill>
                        <a:latin typeface="Helvetica Neue Light"/>
                        <a:ea typeface="Helvetica Neue Light"/>
                        <a:cs typeface="Helvetica Neue Light"/>
                        <a:sym typeface="Helvetica Neue Light"/>
                      </a:endParaRPr>
                    </a:p>
                  </a:txBody>
                  <a:tcPr marL="25900" marR="25900" marT="25900" marB="25900" anchor="ctr">
                    <a:lnL w="9525" cap="flat" cmpd="sng">
                      <a:solidFill>
                        <a:schemeClr val="lt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dot"/>
                      <a:round/>
                      <a:headEnd type="none" w="sm" len="sm"/>
                      <a:tailEnd type="none" w="sm" len="sm"/>
                    </a:lnB>
                    <a:solidFill>
                      <a:srgbClr val="000000">
                        <a:alpha val="5098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endParaRPr sz="2000" u="none" strike="noStrike" cap="none">
                        <a:solidFill>
                          <a:srgbClr val="FFFFFF"/>
                        </a:solidFill>
                        <a:latin typeface="Helvetica Neue Light"/>
                        <a:ea typeface="Helvetica Neue Light"/>
                        <a:cs typeface="Helvetica Neue Light"/>
                        <a:sym typeface="Helvetica Neue Light"/>
                      </a:endParaRPr>
                    </a:p>
                  </a:txBody>
                  <a:tcPr marL="25900" marR="25900" marT="25900" marB="25900" anchor="ctr">
                    <a:lnL w="9525" cap="flat" cmpd="sng">
                      <a:solidFill>
                        <a:schemeClr val="lt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dot"/>
                      <a:round/>
                      <a:headEnd type="none" w="sm" len="sm"/>
                      <a:tailEnd type="none" w="sm" len="sm"/>
                    </a:lnB>
                    <a:solidFill>
                      <a:srgbClr val="6BA8D7">
                        <a:alpha val="10196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520350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Arial"/>
                        <a:buNone/>
                      </a:pPr>
                      <a:r>
                        <a:rPr lang="pt-BR" sz="2000" u="none" strike="noStrike" cap="none">
                          <a:solidFill>
                            <a:srgbClr val="FFFFFF"/>
                          </a:solidFill>
                          <a:latin typeface="Helvetica Neue Light"/>
                          <a:ea typeface="Helvetica Neue Light"/>
                          <a:cs typeface="Helvetica Neue Light"/>
                          <a:sym typeface="Helvetica Neue Light"/>
                        </a:rPr>
                        <a:t>06</a:t>
                      </a:r>
                      <a:endParaRPr sz="2000" u="none" strike="noStrike" cap="none">
                        <a:solidFill>
                          <a:srgbClr val="FFFFFF"/>
                        </a:solidFill>
                        <a:latin typeface="Helvetica Neue Light"/>
                        <a:ea typeface="Helvetica Neue Light"/>
                        <a:cs typeface="Helvetica Neue Light"/>
                        <a:sym typeface="Helvetica Neue Light"/>
                      </a:endParaRPr>
                    </a:p>
                  </a:txBody>
                  <a:tcPr marL="25900" marR="25900" marT="25900" marB="25900" anchor="ctr">
                    <a:lnL w="9525" cap="flat" cmpd="sng">
                      <a:solidFill>
                        <a:srgbClr val="6D38F5">
                          <a:alpha val="0"/>
                        </a:srgbClr>
                      </a:solidFill>
                      <a:prstDash val="dash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6D38F5">
                          <a:alpha val="0"/>
                        </a:srgbClr>
                      </a:solidFill>
                      <a:prstDash val="dash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6D38F5">
                          <a:alpha val="0"/>
                        </a:srgbClr>
                      </a:solidFill>
                      <a:prstDash val="dash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6D38F5">
                          <a:alpha val="0"/>
                        </a:srgbClr>
                      </a:solidFill>
                      <a:prstDash val="dash"/>
                      <a:round/>
                      <a:headEnd type="none" w="sm" len="sm"/>
                      <a:tailEnd type="none" w="sm" len="sm"/>
                    </a:lnB>
                    <a:solidFill>
                      <a:srgbClr val="000000">
                        <a:alpha val="5098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Arial"/>
                        <a:buNone/>
                      </a:pPr>
                      <a:endParaRPr sz="2000" u="none" strike="noStrike" cap="none">
                        <a:solidFill>
                          <a:srgbClr val="FFFFFF"/>
                        </a:solidFill>
                        <a:latin typeface="Helvetica Neue Light"/>
                        <a:ea typeface="Helvetica Neue Light"/>
                        <a:cs typeface="Helvetica Neue Light"/>
                        <a:sym typeface="Helvetica Neue Light"/>
                      </a:endParaRPr>
                    </a:p>
                  </a:txBody>
                  <a:tcPr marL="25900" marR="25900" marT="25900" marB="25900" anchor="ctr">
                    <a:lnL w="9525" cap="flat" cmpd="sng">
                      <a:solidFill>
                        <a:srgbClr val="6D38F5">
                          <a:alpha val="0"/>
                        </a:srgbClr>
                      </a:solidFill>
                      <a:prstDash val="dash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6D38F5">
                          <a:alpha val="0"/>
                        </a:srgbClr>
                      </a:solidFill>
                      <a:prstDash val="dash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dot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1"/>
                      </a:solidFill>
                      <a:prstDash val="dot"/>
                      <a:round/>
                      <a:headEnd type="none" w="sm" len="sm"/>
                      <a:tailEnd type="none" w="sm" len="sm"/>
                    </a:lnB>
                    <a:solidFill>
                      <a:srgbClr val="6BA8D7">
                        <a:alpha val="10196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Arial"/>
                        <a:buNone/>
                      </a:pPr>
                      <a:r>
                        <a:rPr lang="pt-BR" sz="2000" u="none" strike="noStrike" cap="none">
                          <a:solidFill>
                            <a:srgbClr val="FFFFFF"/>
                          </a:solidFill>
                          <a:latin typeface="Helvetica Neue Light"/>
                          <a:ea typeface="Helvetica Neue Light"/>
                          <a:cs typeface="Helvetica Neue Light"/>
                          <a:sym typeface="Helvetica Neue Light"/>
                        </a:rPr>
                        <a:t>07</a:t>
                      </a:r>
                      <a:endParaRPr sz="2000" u="none" strike="noStrike" cap="none">
                        <a:solidFill>
                          <a:srgbClr val="FFFFFF"/>
                        </a:solidFill>
                        <a:latin typeface="Helvetica Neue Light"/>
                        <a:ea typeface="Helvetica Neue Light"/>
                        <a:cs typeface="Helvetica Neue Light"/>
                        <a:sym typeface="Helvetica Neue Light"/>
                      </a:endParaRPr>
                    </a:p>
                  </a:txBody>
                  <a:tcPr marL="25900" marR="25900" marT="25900" marB="25900" anchor="ctr">
                    <a:lnL w="9525" cap="flat" cmpd="sng">
                      <a:solidFill>
                        <a:srgbClr val="6D38F5">
                          <a:alpha val="0"/>
                        </a:srgbClr>
                      </a:solidFill>
                      <a:prstDash val="dash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6D38F5">
                          <a:alpha val="0"/>
                        </a:srgbClr>
                      </a:solidFill>
                      <a:prstDash val="dash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dot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1"/>
                      </a:solidFill>
                      <a:prstDash val="dot"/>
                      <a:round/>
                      <a:headEnd type="none" w="sm" len="sm"/>
                      <a:tailEnd type="none" w="sm" len="sm"/>
                    </a:lnB>
                    <a:solidFill>
                      <a:srgbClr val="000000">
                        <a:alpha val="5098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endParaRPr sz="2000" u="none" strike="noStrike" cap="none">
                        <a:solidFill>
                          <a:srgbClr val="FFFFFF"/>
                        </a:solidFill>
                        <a:latin typeface="Helvetica Neue Light"/>
                        <a:ea typeface="Helvetica Neue Light"/>
                        <a:cs typeface="Helvetica Neue Light"/>
                        <a:sym typeface="Helvetica Neue Light"/>
                      </a:endParaRPr>
                    </a:p>
                  </a:txBody>
                  <a:tcPr marL="25900" marR="25900" marT="25900" marB="25900" anchor="ctr">
                    <a:lnL w="9525" cap="flat" cmpd="sng">
                      <a:solidFill>
                        <a:srgbClr val="6D38F5">
                          <a:alpha val="0"/>
                        </a:srgbClr>
                      </a:solidFill>
                      <a:prstDash val="dash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6D38F5">
                          <a:alpha val="0"/>
                        </a:srgbClr>
                      </a:solidFill>
                      <a:prstDash val="dash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dot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1"/>
                      </a:solidFill>
                      <a:prstDash val="dot"/>
                      <a:round/>
                      <a:headEnd type="none" w="sm" len="sm"/>
                      <a:tailEnd type="none" w="sm" len="sm"/>
                    </a:lnB>
                    <a:solidFill>
                      <a:srgbClr val="6BA8D7">
                        <a:alpha val="10196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Arial"/>
                        <a:buNone/>
                      </a:pPr>
                      <a:r>
                        <a:rPr lang="pt-BR" sz="2000" u="none" strike="noStrike" cap="none">
                          <a:solidFill>
                            <a:srgbClr val="FFFFFF"/>
                          </a:solidFill>
                          <a:latin typeface="Helvetica Neue Light"/>
                          <a:ea typeface="Helvetica Neue Light"/>
                          <a:cs typeface="Helvetica Neue Light"/>
                          <a:sym typeface="Helvetica Neue Light"/>
                        </a:rPr>
                        <a:t>08</a:t>
                      </a:r>
                      <a:endParaRPr sz="2000" u="none" strike="noStrike" cap="none">
                        <a:solidFill>
                          <a:srgbClr val="FFFFFF"/>
                        </a:solidFill>
                        <a:latin typeface="Helvetica Neue Light"/>
                        <a:ea typeface="Helvetica Neue Light"/>
                        <a:cs typeface="Helvetica Neue Light"/>
                        <a:sym typeface="Helvetica Neue Light"/>
                      </a:endParaRPr>
                    </a:p>
                  </a:txBody>
                  <a:tcPr marL="25900" marR="25900" marT="25900" marB="25900" anchor="ctr">
                    <a:lnL w="9525" cap="flat" cmpd="sng">
                      <a:solidFill>
                        <a:srgbClr val="6D38F5">
                          <a:alpha val="0"/>
                        </a:srgbClr>
                      </a:solidFill>
                      <a:prstDash val="dash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6D38F5">
                          <a:alpha val="0"/>
                        </a:srgbClr>
                      </a:solidFill>
                      <a:prstDash val="dash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dot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1"/>
                      </a:solidFill>
                      <a:prstDash val="dot"/>
                      <a:round/>
                      <a:headEnd type="none" w="sm" len="sm"/>
                      <a:tailEnd type="none" w="sm" len="sm"/>
                    </a:lnB>
                    <a:solidFill>
                      <a:srgbClr val="000000">
                        <a:alpha val="5098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endParaRPr sz="2000" u="none" strike="noStrike" cap="none">
                        <a:solidFill>
                          <a:srgbClr val="FFFFFF"/>
                        </a:solidFill>
                        <a:latin typeface="Helvetica Neue Light"/>
                        <a:ea typeface="Helvetica Neue Light"/>
                        <a:cs typeface="Helvetica Neue Light"/>
                        <a:sym typeface="Helvetica Neue Light"/>
                      </a:endParaRPr>
                    </a:p>
                  </a:txBody>
                  <a:tcPr marL="25900" marR="25900" marT="25900" marB="25900" anchor="ctr">
                    <a:lnL w="9525" cap="flat" cmpd="sng">
                      <a:solidFill>
                        <a:srgbClr val="6D38F5">
                          <a:alpha val="0"/>
                        </a:srgbClr>
                      </a:solidFill>
                      <a:prstDash val="dash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6D38F5">
                          <a:alpha val="0"/>
                        </a:srgbClr>
                      </a:solidFill>
                      <a:prstDash val="dash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dot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1"/>
                      </a:solidFill>
                      <a:prstDash val="dot"/>
                      <a:round/>
                      <a:headEnd type="none" w="sm" len="sm"/>
                      <a:tailEnd type="none" w="sm" len="sm"/>
                    </a:lnB>
                    <a:solidFill>
                      <a:srgbClr val="6BA8D7">
                        <a:alpha val="10196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Arial"/>
                        <a:buNone/>
                      </a:pPr>
                      <a:r>
                        <a:rPr lang="pt-BR" sz="2000" u="none" strike="noStrike" cap="none">
                          <a:solidFill>
                            <a:srgbClr val="FFFFFF"/>
                          </a:solidFill>
                          <a:latin typeface="Helvetica Neue Light"/>
                          <a:ea typeface="Helvetica Neue Light"/>
                          <a:cs typeface="Helvetica Neue Light"/>
                          <a:sym typeface="Helvetica Neue Light"/>
                        </a:rPr>
                        <a:t>09</a:t>
                      </a:r>
                      <a:endParaRPr sz="2000" u="none" strike="noStrike" cap="none">
                        <a:solidFill>
                          <a:srgbClr val="FFFFFF"/>
                        </a:solidFill>
                        <a:latin typeface="Helvetica Neue Light"/>
                        <a:ea typeface="Helvetica Neue Light"/>
                        <a:cs typeface="Helvetica Neue Light"/>
                        <a:sym typeface="Helvetica Neue Light"/>
                      </a:endParaRPr>
                    </a:p>
                  </a:txBody>
                  <a:tcPr marL="25900" marR="25900" marT="25900" marB="25900" anchor="ctr">
                    <a:lnL w="9525" cap="flat" cmpd="sng">
                      <a:solidFill>
                        <a:srgbClr val="6D38F5">
                          <a:alpha val="0"/>
                        </a:srgbClr>
                      </a:solidFill>
                      <a:prstDash val="dash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6D38F5">
                          <a:alpha val="0"/>
                        </a:srgbClr>
                      </a:solidFill>
                      <a:prstDash val="dash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dot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1"/>
                      </a:solidFill>
                      <a:prstDash val="dot"/>
                      <a:round/>
                      <a:headEnd type="none" w="sm" len="sm"/>
                      <a:tailEnd type="none" w="sm" len="sm"/>
                    </a:lnB>
                    <a:solidFill>
                      <a:srgbClr val="000000">
                        <a:alpha val="5098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89999" marR="93902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  <a:tabLst/>
                        <a:defRPr/>
                      </a:pPr>
                      <a:r>
                        <a:rPr lang="pt-BR" sz="2000" b="0" i="0" u="none" strike="noStrike" cap="none" dirty="0" err="1">
                          <a:solidFill>
                            <a:schemeClr val="lt1"/>
                          </a:solidFill>
                          <a:latin typeface="Source Sans 3"/>
                          <a:ea typeface="Source Sans 3"/>
                          <a:cs typeface="Source Sans 3"/>
                          <a:sym typeface="Source Sans 3"/>
                        </a:rPr>
                        <a:t>lorem</a:t>
                      </a:r>
                      <a:r>
                        <a:rPr lang="pt-BR" sz="2000" b="0" i="0" u="none" strike="noStrike" cap="none" dirty="0">
                          <a:solidFill>
                            <a:schemeClr val="lt1"/>
                          </a:solidFill>
                          <a:latin typeface="Source Sans 3"/>
                          <a:ea typeface="Source Sans 3"/>
                          <a:cs typeface="Source Sans 3"/>
                          <a:sym typeface="Source Sans 3"/>
                        </a:rPr>
                        <a:t> </a:t>
                      </a:r>
                    </a:p>
                    <a:p>
                      <a:pPr marL="89999" marR="93902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  <a:tabLst/>
                        <a:defRPr/>
                      </a:pPr>
                      <a:r>
                        <a:rPr lang="pt-BR" sz="2000" b="0" i="0" u="none" strike="noStrike" cap="none" dirty="0">
                          <a:solidFill>
                            <a:schemeClr val="lt1"/>
                          </a:solidFill>
                          <a:latin typeface="Source Sans 3"/>
                          <a:ea typeface="Source Sans 3"/>
                          <a:cs typeface="Source Sans 3"/>
                          <a:sym typeface="Source Sans 3"/>
                        </a:rPr>
                        <a:t>ipsum</a:t>
                      </a:r>
                    </a:p>
                    <a:p>
                      <a:pPr marL="89999" marR="93902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pt-BR" sz="2000" u="none" strike="noStrike" cap="none" dirty="0">
                          <a:solidFill>
                            <a:srgbClr val="FFFFFF"/>
                          </a:solidFill>
                          <a:latin typeface="Helvetica Neue Light"/>
                          <a:ea typeface="Helvetica Neue Light"/>
                          <a:cs typeface="Helvetica Neue Light"/>
                          <a:sym typeface="Helvetica Neue Light"/>
                        </a:rPr>
                        <a:t>1</a:t>
                      </a:r>
                      <a:endParaRPr sz="2000" u="none" strike="noStrike" cap="none" dirty="0">
                        <a:solidFill>
                          <a:srgbClr val="FFFFFF"/>
                        </a:solidFill>
                        <a:latin typeface="Helvetica Neue Light"/>
                        <a:ea typeface="Helvetica Neue Light"/>
                        <a:cs typeface="Helvetica Neue Light"/>
                        <a:sym typeface="Helvetica Neue Light"/>
                      </a:endParaRPr>
                    </a:p>
                  </a:txBody>
                  <a:tcPr marL="25900" marR="25900" marT="25900" marB="25900" anchor="ctr">
                    <a:lnL w="9525" cap="flat" cmpd="sng">
                      <a:solidFill>
                        <a:srgbClr val="6D38F5">
                          <a:alpha val="0"/>
                        </a:srgbClr>
                      </a:solidFill>
                      <a:prstDash val="dash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6D38F5">
                          <a:alpha val="0"/>
                        </a:srgbClr>
                      </a:solidFill>
                      <a:prstDash val="dash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dot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1"/>
                      </a:solidFill>
                      <a:prstDash val="dot"/>
                      <a:round/>
                      <a:headEnd type="none" w="sm" len="sm"/>
                      <a:tailEnd type="none" w="sm" len="sm"/>
                    </a:lnB>
                    <a:solidFill>
                      <a:srgbClr val="6BA8D7">
                        <a:alpha val="10196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Arial"/>
                        <a:buNone/>
                      </a:pPr>
                      <a:r>
                        <a:rPr lang="pt-BR" sz="2000" u="none" strike="noStrike" cap="none">
                          <a:solidFill>
                            <a:srgbClr val="FFFFFF"/>
                          </a:solidFill>
                          <a:latin typeface="Helvetica Neue Light"/>
                          <a:ea typeface="Helvetica Neue Light"/>
                          <a:cs typeface="Helvetica Neue Light"/>
                          <a:sym typeface="Helvetica Neue Light"/>
                        </a:rPr>
                        <a:t>10</a:t>
                      </a:r>
                      <a:endParaRPr sz="2000" u="none" strike="noStrike" cap="none">
                        <a:solidFill>
                          <a:srgbClr val="FFFFFF"/>
                        </a:solidFill>
                        <a:latin typeface="Helvetica Neue Light"/>
                        <a:ea typeface="Helvetica Neue Light"/>
                        <a:cs typeface="Helvetica Neue Light"/>
                        <a:sym typeface="Helvetica Neue Light"/>
                      </a:endParaRPr>
                    </a:p>
                  </a:txBody>
                  <a:tcPr marL="25900" marR="25900" marT="25900" marB="25900" anchor="ctr">
                    <a:lnL w="9525" cap="flat" cmpd="sng">
                      <a:solidFill>
                        <a:srgbClr val="6D38F5">
                          <a:alpha val="0"/>
                        </a:srgbClr>
                      </a:solidFill>
                      <a:prstDash val="dash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6D38F5">
                          <a:alpha val="0"/>
                        </a:srgbClr>
                      </a:solidFill>
                      <a:prstDash val="dash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dot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1"/>
                      </a:solidFill>
                      <a:prstDash val="dot"/>
                      <a:round/>
                      <a:headEnd type="none" w="sm" len="sm"/>
                      <a:tailEnd type="none" w="sm" len="sm"/>
                    </a:lnB>
                    <a:solidFill>
                      <a:srgbClr val="000000">
                        <a:alpha val="5098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endParaRPr sz="2000" u="none" strike="noStrike" cap="none">
                        <a:solidFill>
                          <a:srgbClr val="FFFFFF"/>
                        </a:solidFill>
                        <a:latin typeface="Helvetica Neue Light"/>
                        <a:ea typeface="Helvetica Neue Light"/>
                        <a:cs typeface="Helvetica Neue Light"/>
                        <a:sym typeface="Helvetica Neue Light"/>
                      </a:endParaRPr>
                    </a:p>
                  </a:txBody>
                  <a:tcPr marL="25900" marR="25900" marT="25900" marB="25900" anchor="ctr">
                    <a:lnL w="9525" cap="flat" cmpd="sng">
                      <a:solidFill>
                        <a:srgbClr val="6D38F5">
                          <a:alpha val="0"/>
                        </a:srgbClr>
                      </a:solidFill>
                      <a:prstDash val="dash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6D38F5">
                          <a:alpha val="0"/>
                        </a:srgbClr>
                      </a:solidFill>
                      <a:prstDash val="dash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dot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1"/>
                      </a:solidFill>
                      <a:prstDash val="dot"/>
                      <a:round/>
                      <a:headEnd type="none" w="sm" len="sm"/>
                      <a:tailEnd type="none" w="sm" len="sm"/>
                    </a:lnB>
                    <a:solidFill>
                      <a:srgbClr val="6BA8D7">
                        <a:alpha val="10196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Arial"/>
                        <a:buNone/>
                      </a:pPr>
                      <a:r>
                        <a:rPr lang="pt-BR" sz="2000" u="none" strike="noStrike" cap="none">
                          <a:solidFill>
                            <a:srgbClr val="FFFFFF"/>
                          </a:solidFill>
                          <a:latin typeface="Helvetica Neue Light"/>
                          <a:ea typeface="Helvetica Neue Light"/>
                          <a:cs typeface="Helvetica Neue Light"/>
                          <a:sym typeface="Helvetica Neue Light"/>
                        </a:rPr>
                        <a:t>11</a:t>
                      </a:r>
                      <a:endParaRPr sz="2000" u="none" strike="noStrike" cap="none">
                        <a:solidFill>
                          <a:srgbClr val="FFFFFF"/>
                        </a:solidFill>
                        <a:latin typeface="Helvetica Neue Light"/>
                        <a:ea typeface="Helvetica Neue Light"/>
                        <a:cs typeface="Helvetica Neue Light"/>
                        <a:sym typeface="Helvetica Neue Light"/>
                      </a:endParaRPr>
                    </a:p>
                  </a:txBody>
                  <a:tcPr marL="25900" marR="25900" marT="25900" marB="25900" anchor="ctr">
                    <a:lnL w="9525" cap="flat" cmpd="sng">
                      <a:solidFill>
                        <a:srgbClr val="6D38F5">
                          <a:alpha val="0"/>
                        </a:srgbClr>
                      </a:solidFill>
                      <a:prstDash val="dash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6D38F5">
                          <a:alpha val="0"/>
                        </a:srgbClr>
                      </a:solidFill>
                      <a:prstDash val="dash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dot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1"/>
                      </a:solidFill>
                      <a:prstDash val="dot"/>
                      <a:round/>
                      <a:headEnd type="none" w="sm" len="sm"/>
                      <a:tailEnd type="none" w="sm" len="sm"/>
                    </a:lnB>
                    <a:solidFill>
                      <a:srgbClr val="000000">
                        <a:alpha val="5098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  <a:tabLst/>
                        <a:defRPr/>
                      </a:pPr>
                      <a:r>
                        <a:rPr lang="pt-BR" sz="2000" b="0" i="0" u="none" strike="noStrike" cap="none" dirty="0" err="1">
                          <a:solidFill>
                            <a:schemeClr val="lt1"/>
                          </a:solidFill>
                          <a:latin typeface="Source Sans 3"/>
                          <a:ea typeface="Source Sans 3"/>
                          <a:cs typeface="Source Sans 3"/>
                          <a:sym typeface="Source Sans 3"/>
                        </a:rPr>
                        <a:t>lorem</a:t>
                      </a:r>
                      <a:r>
                        <a:rPr lang="pt-BR" sz="2000" b="0" i="0" u="none" strike="noStrike" cap="none" dirty="0">
                          <a:solidFill>
                            <a:schemeClr val="lt1"/>
                          </a:solidFill>
                          <a:latin typeface="Source Sans 3"/>
                          <a:ea typeface="Source Sans 3"/>
                          <a:cs typeface="Source Sans 3"/>
                          <a:sym typeface="Source Sans 3"/>
                        </a:rPr>
                        <a:t> </a:t>
                      </a:r>
                    </a:p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  <a:tabLst/>
                        <a:defRPr/>
                      </a:pPr>
                      <a:r>
                        <a:rPr lang="pt-BR" sz="2000" b="0" i="0" u="none" strike="noStrike" cap="none" dirty="0">
                          <a:solidFill>
                            <a:schemeClr val="lt1"/>
                          </a:solidFill>
                          <a:latin typeface="Source Sans 3"/>
                          <a:ea typeface="Source Sans 3"/>
                          <a:cs typeface="Source Sans 3"/>
                          <a:sym typeface="Source Sans 3"/>
                        </a:rPr>
                        <a:t>ipsum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pt-BR" sz="2000" u="none" strike="noStrike" cap="none" dirty="0">
                          <a:solidFill>
                            <a:srgbClr val="FFFFFF"/>
                          </a:solidFill>
                          <a:latin typeface="Helvetica Neue Light"/>
                          <a:ea typeface="Helvetica Neue Light"/>
                          <a:cs typeface="Helvetica Neue Light"/>
                          <a:sym typeface="Helvetica Neue Light"/>
                        </a:rPr>
                        <a:t> 2</a:t>
                      </a:r>
                      <a:endParaRPr sz="2000" u="none" strike="noStrike" cap="none" dirty="0">
                        <a:solidFill>
                          <a:srgbClr val="FFFFFF"/>
                        </a:solidFill>
                        <a:latin typeface="Helvetica Neue Light"/>
                        <a:ea typeface="Helvetica Neue Light"/>
                        <a:cs typeface="Helvetica Neue Light"/>
                        <a:sym typeface="Helvetica Neue Light"/>
                      </a:endParaRPr>
                    </a:p>
                  </a:txBody>
                  <a:tcPr marL="25900" marR="25900" marT="25900" marB="25900" anchor="ctr">
                    <a:lnL w="9525" cap="flat" cmpd="sng">
                      <a:solidFill>
                        <a:srgbClr val="6D38F5">
                          <a:alpha val="0"/>
                        </a:srgbClr>
                      </a:solidFill>
                      <a:prstDash val="dash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6D38F5">
                          <a:alpha val="0"/>
                        </a:srgbClr>
                      </a:solidFill>
                      <a:prstDash val="dash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dot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1"/>
                      </a:solidFill>
                      <a:prstDash val="dot"/>
                      <a:round/>
                      <a:headEnd type="none" w="sm" len="sm"/>
                      <a:tailEnd type="none" w="sm" len="sm"/>
                    </a:lnB>
                    <a:solidFill>
                      <a:srgbClr val="6BA8D7">
                        <a:alpha val="10196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Arial"/>
                        <a:buNone/>
                      </a:pPr>
                      <a:r>
                        <a:rPr lang="pt-BR" sz="2000" u="none" strike="noStrike" cap="none">
                          <a:solidFill>
                            <a:srgbClr val="FFFFFF"/>
                          </a:solidFill>
                          <a:latin typeface="Helvetica Neue Light"/>
                          <a:ea typeface="Helvetica Neue Light"/>
                          <a:cs typeface="Helvetica Neue Light"/>
                          <a:sym typeface="Helvetica Neue Light"/>
                        </a:rPr>
                        <a:t>12</a:t>
                      </a:r>
                      <a:endParaRPr sz="2000" u="none" strike="noStrike" cap="none">
                        <a:solidFill>
                          <a:srgbClr val="FFFFFF"/>
                        </a:solidFill>
                        <a:latin typeface="Helvetica Neue Light"/>
                        <a:ea typeface="Helvetica Neue Light"/>
                        <a:cs typeface="Helvetica Neue Light"/>
                        <a:sym typeface="Helvetica Neue Light"/>
                      </a:endParaRPr>
                    </a:p>
                  </a:txBody>
                  <a:tcPr marL="25900" marR="25900" marT="25900" marB="25900" anchor="ctr">
                    <a:lnL w="9525" cap="flat" cmpd="sng">
                      <a:solidFill>
                        <a:srgbClr val="6D38F5">
                          <a:alpha val="0"/>
                        </a:srgbClr>
                      </a:solidFill>
                      <a:prstDash val="dash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6D38F5">
                          <a:alpha val="0"/>
                        </a:srgbClr>
                      </a:solidFill>
                      <a:prstDash val="dash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dot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1"/>
                      </a:solidFill>
                      <a:prstDash val="dot"/>
                      <a:round/>
                      <a:headEnd type="none" w="sm" len="sm"/>
                      <a:tailEnd type="none" w="sm" len="sm"/>
                    </a:lnB>
                    <a:solidFill>
                      <a:srgbClr val="000000">
                        <a:alpha val="5098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endParaRPr sz="2000" u="none" strike="noStrike" cap="none">
                        <a:solidFill>
                          <a:srgbClr val="FFFFFF"/>
                        </a:solidFill>
                        <a:latin typeface="Helvetica Neue Light"/>
                        <a:ea typeface="Helvetica Neue Light"/>
                        <a:cs typeface="Helvetica Neue Light"/>
                        <a:sym typeface="Helvetica Neue Light"/>
                      </a:endParaRPr>
                    </a:p>
                  </a:txBody>
                  <a:tcPr marL="25900" marR="25900" marT="25900" marB="25900" anchor="ctr">
                    <a:lnL w="9525" cap="flat" cmpd="sng">
                      <a:solidFill>
                        <a:srgbClr val="6D38F5">
                          <a:alpha val="0"/>
                        </a:srgbClr>
                      </a:solidFill>
                      <a:prstDash val="dash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6D38F5">
                          <a:alpha val="0"/>
                        </a:srgbClr>
                      </a:solidFill>
                      <a:prstDash val="dash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dot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1"/>
                      </a:solidFill>
                      <a:prstDash val="dot"/>
                      <a:round/>
                      <a:headEnd type="none" w="sm" len="sm"/>
                      <a:tailEnd type="none" w="sm" len="sm"/>
                    </a:lnB>
                    <a:solidFill>
                      <a:srgbClr val="6BA8D7">
                        <a:alpha val="10196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520350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Arial"/>
                        <a:buNone/>
                      </a:pPr>
                      <a:r>
                        <a:rPr lang="pt-BR" sz="2000" u="none" strike="noStrike" cap="none">
                          <a:solidFill>
                            <a:srgbClr val="FFFFFF"/>
                          </a:solidFill>
                          <a:latin typeface="Helvetica Neue Light"/>
                          <a:ea typeface="Helvetica Neue Light"/>
                          <a:cs typeface="Helvetica Neue Light"/>
                          <a:sym typeface="Helvetica Neue Light"/>
                        </a:rPr>
                        <a:t>13</a:t>
                      </a:r>
                      <a:endParaRPr sz="2000" u="none" strike="noStrike" cap="none">
                        <a:solidFill>
                          <a:srgbClr val="FFFFFF"/>
                        </a:solidFill>
                        <a:latin typeface="Helvetica Neue Light"/>
                        <a:ea typeface="Helvetica Neue Light"/>
                        <a:cs typeface="Helvetica Neue Light"/>
                        <a:sym typeface="Helvetica Neue Light"/>
                      </a:endParaRPr>
                    </a:p>
                  </a:txBody>
                  <a:tcPr marL="25900" marR="25900" marT="25900" marB="25900" anchor="ctr">
                    <a:lnL w="9525" cap="flat" cmpd="sng">
                      <a:solidFill>
                        <a:srgbClr val="6D38F5">
                          <a:alpha val="0"/>
                        </a:srgbClr>
                      </a:solidFill>
                      <a:prstDash val="dash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6D38F5">
                          <a:alpha val="0"/>
                        </a:srgbClr>
                      </a:solidFill>
                      <a:prstDash val="dash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6D38F5">
                          <a:alpha val="0"/>
                        </a:srgbClr>
                      </a:solidFill>
                      <a:prstDash val="dash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6D38F5">
                          <a:alpha val="0"/>
                        </a:srgbClr>
                      </a:solidFill>
                      <a:prstDash val="dash"/>
                      <a:round/>
                      <a:headEnd type="none" w="sm" len="sm"/>
                      <a:tailEnd type="none" w="sm" len="sm"/>
                    </a:lnB>
                    <a:solidFill>
                      <a:srgbClr val="000000">
                        <a:alpha val="5098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endParaRPr sz="2000" u="none" strike="noStrike" cap="none">
                        <a:solidFill>
                          <a:srgbClr val="FFFFFF"/>
                        </a:solidFill>
                        <a:latin typeface="Helvetica Neue Light"/>
                        <a:ea typeface="Helvetica Neue Light"/>
                        <a:cs typeface="Helvetica Neue Light"/>
                        <a:sym typeface="Helvetica Neue Light"/>
                      </a:endParaRPr>
                    </a:p>
                  </a:txBody>
                  <a:tcPr marL="25900" marR="25900" marT="25900" marB="25900" anchor="ctr">
                    <a:lnL w="9525" cap="flat" cmpd="sng">
                      <a:solidFill>
                        <a:srgbClr val="6D38F5">
                          <a:alpha val="0"/>
                        </a:srgbClr>
                      </a:solidFill>
                      <a:prstDash val="dash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6D38F5">
                          <a:alpha val="0"/>
                        </a:srgbClr>
                      </a:solidFill>
                      <a:prstDash val="dash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1"/>
                      </a:solidFill>
                      <a:prstDash val="dot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1"/>
                      </a:solidFill>
                      <a:prstDash val="dot"/>
                      <a:round/>
                      <a:headEnd type="none" w="sm" len="sm"/>
                      <a:tailEnd type="none" w="sm" len="sm"/>
                    </a:lnB>
                    <a:solidFill>
                      <a:srgbClr val="6BA8D7">
                        <a:alpha val="10196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Arial"/>
                        <a:buNone/>
                      </a:pPr>
                      <a:r>
                        <a:rPr lang="pt-BR" sz="2000" u="none" strike="noStrike" cap="none">
                          <a:solidFill>
                            <a:srgbClr val="FFFFFF"/>
                          </a:solidFill>
                          <a:latin typeface="Helvetica Neue Light"/>
                          <a:ea typeface="Helvetica Neue Light"/>
                          <a:cs typeface="Helvetica Neue Light"/>
                          <a:sym typeface="Helvetica Neue Light"/>
                        </a:rPr>
                        <a:t>14</a:t>
                      </a:r>
                      <a:endParaRPr sz="2000" u="none" strike="noStrike" cap="none">
                        <a:solidFill>
                          <a:srgbClr val="FFFFFF"/>
                        </a:solidFill>
                        <a:latin typeface="Helvetica Neue Light"/>
                        <a:ea typeface="Helvetica Neue Light"/>
                        <a:cs typeface="Helvetica Neue Light"/>
                        <a:sym typeface="Helvetica Neue Light"/>
                      </a:endParaRPr>
                    </a:p>
                  </a:txBody>
                  <a:tcPr marL="25900" marR="25900" marT="25900" marB="25900" anchor="ctr">
                    <a:lnL w="9525" cap="flat" cmpd="sng">
                      <a:solidFill>
                        <a:srgbClr val="6D38F5">
                          <a:alpha val="0"/>
                        </a:srgbClr>
                      </a:solidFill>
                      <a:prstDash val="dash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6D38F5">
                          <a:alpha val="0"/>
                        </a:srgbClr>
                      </a:solidFill>
                      <a:prstDash val="dash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1"/>
                      </a:solidFill>
                      <a:prstDash val="dot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1"/>
                      </a:solidFill>
                      <a:prstDash val="dot"/>
                      <a:round/>
                      <a:headEnd type="none" w="sm" len="sm"/>
                      <a:tailEnd type="none" w="sm" len="sm"/>
                    </a:lnB>
                    <a:solidFill>
                      <a:srgbClr val="000000">
                        <a:alpha val="5098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endParaRPr sz="2000" u="none" strike="noStrike" cap="none">
                        <a:solidFill>
                          <a:srgbClr val="FFFFFF"/>
                        </a:solidFill>
                        <a:latin typeface="Helvetica Neue Light"/>
                        <a:ea typeface="Helvetica Neue Light"/>
                        <a:cs typeface="Helvetica Neue Light"/>
                        <a:sym typeface="Helvetica Neue Light"/>
                      </a:endParaRPr>
                    </a:p>
                  </a:txBody>
                  <a:tcPr marL="25900" marR="25900" marT="25900" marB="25900" anchor="ctr">
                    <a:lnL w="9525" cap="flat" cmpd="sng">
                      <a:solidFill>
                        <a:srgbClr val="6D38F5">
                          <a:alpha val="0"/>
                        </a:srgbClr>
                      </a:solidFill>
                      <a:prstDash val="dash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6D38F5">
                          <a:alpha val="0"/>
                        </a:srgbClr>
                      </a:solidFill>
                      <a:prstDash val="dash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1"/>
                      </a:solidFill>
                      <a:prstDash val="dot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1"/>
                      </a:solidFill>
                      <a:prstDash val="dot"/>
                      <a:round/>
                      <a:headEnd type="none" w="sm" len="sm"/>
                      <a:tailEnd type="none" w="sm" len="sm"/>
                    </a:lnB>
                    <a:solidFill>
                      <a:srgbClr val="6BA8D7">
                        <a:alpha val="10196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Arial"/>
                        <a:buNone/>
                      </a:pPr>
                      <a:r>
                        <a:rPr lang="pt-BR" sz="2000" u="none" strike="noStrike" cap="none">
                          <a:solidFill>
                            <a:srgbClr val="FFFFFF"/>
                          </a:solidFill>
                          <a:latin typeface="Helvetica Neue Light"/>
                          <a:ea typeface="Helvetica Neue Light"/>
                          <a:cs typeface="Helvetica Neue Light"/>
                          <a:sym typeface="Helvetica Neue Light"/>
                        </a:rPr>
                        <a:t>15</a:t>
                      </a:r>
                      <a:endParaRPr sz="2000" u="none" strike="noStrike" cap="none">
                        <a:solidFill>
                          <a:srgbClr val="FFFFFF"/>
                        </a:solidFill>
                        <a:latin typeface="Helvetica Neue Light"/>
                        <a:ea typeface="Helvetica Neue Light"/>
                        <a:cs typeface="Helvetica Neue Light"/>
                        <a:sym typeface="Helvetica Neue Light"/>
                      </a:endParaRPr>
                    </a:p>
                  </a:txBody>
                  <a:tcPr marL="25900" marR="25900" marT="25900" marB="25900" anchor="ctr">
                    <a:lnL w="9525" cap="flat" cmpd="sng">
                      <a:solidFill>
                        <a:srgbClr val="6D38F5">
                          <a:alpha val="0"/>
                        </a:srgbClr>
                      </a:solidFill>
                      <a:prstDash val="dash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6D38F5">
                          <a:alpha val="0"/>
                        </a:srgbClr>
                      </a:solidFill>
                      <a:prstDash val="dash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1"/>
                      </a:solidFill>
                      <a:prstDash val="dot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1"/>
                      </a:solidFill>
                      <a:prstDash val="dot"/>
                      <a:round/>
                      <a:headEnd type="none" w="sm" len="sm"/>
                      <a:tailEnd type="none" w="sm" len="sm"/>
                    </a:lnB>
                    <a:solidFill>
                      <a:srgbClr val="000000">
                        <a:alpha val="5098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endParaRPr sz="2000" u="none" strike="noStrike" cap="none">
                        <a:solidFill>
                          <a:srgbClr val="FFFFFF"/>
                        </a:solidFill>
                        <a:latin typeface="Helvetica Neue Light"/>
                        <a:ea typeface="Helvetica Neue Light"/>
                        <a:cs typeface="Helvetica Neue Light"/>
                        <a:sym typeface="Helvetica Neue Light"/>
                      </a:endParaRPr>
                    </a:p>
                  </a:txBody>
                  <a:tcPr marL="25900" marR="25900" marT="25900" marB="25900" anchor="ctr">
                    <a:lnL w="9525" cap="flat" cmpd="sng">
                      <a:solidFill>
                        <a:srgbClr val="6D38F5">
                          <a:alpha val="0"/>
                        </a:srgbClr>
                      </a:solidFill>
                      <a:prstDash val="dash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6D38F5">
                          <a:alpha val="0"/>
                        </a:srgbClr>
                      </a:solidFill>
                      <a:prstDash val="dash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1"/>
                      </a:solidFill>
                      <a:prstDash val="dot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1"/>
                      </a:solidFill>
                      <a:prstDash val="dot"/>
                      <a:round/>
                      <a:headEnd type="none" w="sm" len="sm"/>
                      <a:tailEnd type="none" w="sm" len="sm"/>
                    </a:lnB>
                    <a:solidFill>
                      <a:srgbClr val="6BA8D7">
                        <a:alpha val="10196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Arial"/>
                        <a:buNone/>
                      </a:pPr>
                      <a:r>
                        <a:rPr lang="pt-BR" sz="2000" u="none" strike="noStrike" cap="none">
                          <a:solidFill>
                            <a:srgbClr val="FFFFFF"/>
                          </a:solidFill>
                          <a:latin typeface="Helvetica Neue Light"/>
                          <a:ea typeface="Helvetica Neue Light"/>
                          <a:cs typeface="Helvetica Neue Light"/>
                          <a:sym typeface="Helvetica Neue Light"/>
                        </a:rPr>
                        <a:t>16</a:t>
                      </a:r>
                      <a:endParaRPr sz="2000" u="none" strike="noStrike" cap="none">
                        <a:solidFill>
                          <a:srgbClr val="FFFFFF"/>
                        </a:solidFill>
                        <a:latin typeface="Helvetica Neue Light"/>
                        <a:ea typeface="Helvetica Neue Light"/>
                        <a:cs typeface="Helvetica Neue Light"/>
                        <a:sym typeface="Helvetica Neue Light"/>
                      </a:endParaRPr>
                    </a:p>
                  </a:txBody>
                  <a:tcPr marL="25900" marR="25900" marT="25900" marB="25900" anchor="ctr">
                    <a:lnL w="9525" cap="flat" cmpd="sng">
                      <a:solidFill>
                        <a:srgbClr val="6D38F5">
                          <a:alpha val="0"/>
                        </a:srgbClr>
                      </a:solidFill>
                      <a:prstDash val="dash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6D38F5">
                          <a:alpha val="0"/>
                        </a:srgbClr>
                      </a:solidFill>
                      <a:prstDash val="dash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1"/>
                      </a:solidFill>
                      <a:prstDash val="dot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1"/>
                      </a:solidFill>
                      <a:prstDash val="dot"/>
                      <a:round/>
                      <a:headEnd type="none" w="sm" len="sm"/>
                      <a:tailEnd type="none" w="sm" len="sm"/>
                    </a:lnB>
                    <a:solidFill>
                      <a:srgbClr val="000000">
                        <a:alpha val="5098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endParaRPr sz="2000" u="none" strike="noStrike" cap="none">
                        <a:solidFill>
                          <a:srgbClr val="FFFFFF"/>
                        </a:solidFill>
                        <a:latin typeface="Helvetica Neue Light"/>
                        <a:ea typeface="Helvetica Neue Light"/>
                        <a:cs typeface="Helvetica Neue Light"/>
                        <a:sym typeface="Helvetica Neue Light"/>
                      </a:endParaRPr>
                    </a:p>
                  </a:txBody>
                  <a:tcPr marL="25900" marR="25900" marT="25900" marB="25900" anchor="ctr">
                    <a:lnL w="9525" cap="flat" cmpd="sng">
                      <a:solidFill>
                        <a:srgbClr val="6D38F5">
                          <a:alpha val="0"/>
                        </a:srgbClr>
                      </a:solidFill>
                      <a:prstDash val="dash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6D38F5">
                          <a:alpha val="0"/>
                        </a:srgbClr>
                      </a:solidFill>
                      <a:prstDash val="dash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1"/>
                      </a:solidFill>
                      <a:prstDash val="dot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1"/>
                      </a:solidFill>
                      <a:prstDash val="dot"/>
                      <a:round/>
                      <a:headEnd type="none" w="sm" len="sm"/>
                      <a:tailEnd type="none" w="sm" len="sm"/>
                    </a:lnB>
                    <a:solidFill>
                      <a:srgbClr val="6BA8D7">
                        <a:alpha val="10196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Arial"/>
                        <a:buNone/>
                      </a:pPr>
                      <a:r>
                        <a:rPr lang="pt-BR" sz="2000" u="none" strike="noStrike" cap="none">
                          <a:solidFill>
                            <a:srgbClr val="FFFFFF"/>
                          </a:solidFill>
                          <a:latin typeface="Helvetica Neue Light"/>
                          <a:ea typeface="Helvetica Neue Light"/>
                          <a:cs typeface="Helvetica Neue Light"/>
                          <a:sym typeface="Helvetica Neue Light"/>
                        </a:rPr>
                        <a:t>17</a:t>
                      </a:r>
                      <a:endParaRPr sz="2000" u="none" strike="noStrike" cap="none">
                        <a:solidFill>
                          <a:srgbClr val="FFFFFF"/>
                        </a:solidFill>
                        <a:latin typeface="Helvetica Neue Light"/>
                        <a:ea typeface="Helvetica Neue Light"/>
                        <a:cs typeface="Helvetica Neue Light"/>
                        <a:sym typeface="Helvetica Neue Light"/>
                      </a:endParaRPr>
                    </a:p>
                  </a:txBody>
                  <a:tcPr marL="25900" marR="25900" marT="25900" marB="25900" anchor="ctr">
                    <a:lnL w="9525" cap="flat" cmpd="sng">
                      <a:solidFill>
                        <a:srgbClr val="6D38F5">
                          <a:alpha val="0"/>
                        </a:srgbClr>
                      </a:solidFill>
                      <a:prstDash val="dash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6D38F5">
                          <a:alpha val="0"/>
                        </a:srgbClr>
                      </a:solidFill>
                      <a:prstDash val="dash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1"/>
                      </a:solidFill>
                      <a:prstDash val="dot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1"/>
                      </a:solidFill>
                      <a:prstDash val="dot"/>
                      <a:round/>
                      <a:headEnd type="none" w="sm" len="sm"/>
                      <a:tailEnd type="none" w="sm" len="sm"/>
                    </a:lnB>
                    <a:solidFill>
                      <a:srgbClr val="000000">
                        <a:alpha val="5098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endParaRPr sz="2000" u="none" strike="noStrike" cap="none">
                        <a:solidFill>
                          <a:srgbClr val="FFFFFF"/>
                        </a:solidFill>
                        <a:latin typeface="Helvetica Neue Light"/>
                        <a:ea typeface="Helvetica Neue Light"/>
                        <a:cs typeface="Helvetica Neue Light"/>
                        <a:sym typeface="Helvetica Neue Light"/>
                      </a:endParaRPr>
                    </a:p>
                  </a:txBody>
                  <a:tcPr marL="25900" marR="25900" marT="25900" marB="25900" anchor="ctr">
                    <a:lnL w="9525" cap="flat" cmpd="sng">
                      <a:solidFill>
                        <a:srgbClr val="6D38F5">
                          <a:alpha val="0"/>
                        </a:srgbClr>
                      </a:solidFill>
                      <a:prstDash val="dash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6D38F5">
                          <a:alpha val="0"/>
                        </a:srgbClr>
                      </a:solidFill>
                      <a:prstDash val="dash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1"/>
                      </a:solidFill>
                      <a:prstDash val="dot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1"/>
                      </a:solidFill>
                      <a:prstDash val="dot"/>
                      <a:round/>
                      <a:headEnd type="none" w="sm" len="sm"/>
                      <a:tailEnd type="none" w="sm" len="sm"/>
                    </a:lnB>
                    <a:solidFill>
                      <a:srgbClr val="6BA8D7">
                        <a:alpha val="10196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Arial"/>
                        <a:buNone/>
                      </a:pPr>
                      <a:r>
                        <a:rPr lang="pt-BR" sz="2000" u="none" strike="noStrike" cap="none">
                          <a:solidFill>
                            <a:srgbClr val="FFFFFF"/>
                          </a:solidFill>
                          <a:latin typeface="Helvetica Neue Light"/>
                          <a:ea typeface="Helvetica Neue Light"/>
                          <a:cs typeface="Helvetica Neue Light"/>
                          <a:sym typeface="Helvetica Neue Light"/>
                        </a:rPr>
                        <a:t>18</a:t>
                      </a:r>
                      <a:endParaRPr sz="2000" u="none" strike="noStrike" cap="none">
                        <a:solidFill>
                          <a:srgbClr val="FFFFFF"/>
                        </a:solidFill>
                        <a:latin typeface="Helvetica Neue Light"/>
                        <a:ea typeface="Helvetica Neue Light"/>
                        <a:cs typeface="Helvetica Neue Light"/>
                        <a:sym typeface="Helvetica Neue Light"/>
                      </a:endParaRPr>
                    </a:p>
                  </a:txBody>
                  <a:tcPr marL="25900" marR="25900" marT="25900" marB="25900" anchor="ctr">
                    <a:lnL w="9525" cap="flat" cmpd="sng">
                      <a:solidFill>
                        <a:srgbClr val="6D38F5">
                          <a:alpha val="0"/>
                        </a:srgbClr>
                      </a:solidFill>
                      <a:prstDash val="dash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6D38F5">
                          <a:alpha val="0"/>
                        </a:srgbClr>
                      </a:solidFill>
                      <a:prstDash val="dash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1"/>
                      </a:solidFill>
                      <a:prstDash val="dot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1"/>
                      </a:solidFill>
                      <a:prstDash val="dot"/>
                      <a:round/>
                      <a:headEnd type="none" w="sm" len="sm"/>
                      <a:tailEnd type="none" w="sm" len="sm"/>
                    </a:lnB>
                    <a:solidFill>
                      <a:srgbClr val="000000">
                        <a:alpha val="5098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endParaRPr sz="2000" u="none" strike="noStrike" cap="none">
                        <a:solidFill>
                          <a:srgbClr val="FFFFFF"/>
                        </a:solidFill>
                        <a:latin typeface="Helvetica Neue Light"/>
                        <a:ea typeface="Helvetica Neue Light"/>
                        <a:cs typeface="Helvetica Neue Light"/>
                        <a:sym typeface="Helvetica Neue Light"/>
                      </a:endParaRPr>
                    </a:p>
                  </a:txBody>
                  <a:tcPr marL="25900" marR="25900" marT="25900" marB="25900" anchor="ctr">
                    <a:lnL w="9525" cap="flat" cmpd="sng">
                      <a:solidFill>
                        <a:srgbClr val="6D38F5">
                          <a:alpha val="0"/>
                        </a:srgbClr>
                      </a:solidFill>
                      <a:prstDash val="dash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6D38F5">
                          <a:alpha val="0"/>
                        </a:srgbClr>
                      </a:solidFill>
                      <a:prstDash val="dash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1"/>
                      </a:solidFill>
                      <a:prstDash val="dot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1"/>
                      </a:solidFill>
                      <a:prstDash val="dot"/>
                      <a:round/>
                      <a:headEnd type="none" w="sm" len="sm"/>
                      <a:tailEnd type="none" w="sm" len="sm"/>
                    </a:lnB>
                    <a:solidFill>
                      <a:srgbClr val="6BA8D7">
                        <a:alpha val="10196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Arial"/>
                        <a:buNone/>
                      </a:pPr>
                      <a:r>
                        <a:rPr lang="pt-BR" sz="2000" u="none" strike="noStrike" cap="none">
                          <a:solidFill>
                            <a:srgbClr val="FFFFFF"/>
                          </a:solidFill>
                          <a:latin typeface="Helvetica Neue Light"/>
                          <a:ea typeface="Helvetica Neue Light"/>
                          <a:cs typeface="Helvetica Neue Light"/>
                          <a:sym typeface="Helvetica Neue Light"/>
                        </a:rPr>
                        <a:t>19</a:t>
                      </a:r>
                      <a:endParaRPr sz="2000" u="none" strike="noStrike" cap="none">
                        <a:solidFill>
                          <a:srgbClr val="FFFFFF"/>
                        </a:solidFill>
                        <a:latin typeface="Helvetica Neue Light"/>
                        <a:ea typeface="Helvetica Neue Light"/>
                        <a:cs typeface="Helvetica Neue Light"/>
                        <a:sym typeface="Helvetica Neue Light"/>
                      </a:endParaRPr>
                    </a:p>
                  </a:txBody>
                  <a:tcPr marL="25900" marR="25900" marT="25900" marB="25900" anchor="ctr">
                    <a:lnL w="9525" cap="flat" cmpd="sng">
                      <a:solidFill>
                        <a:srgbClr val="6D38F5">
                          <a:alpha val="0"/>
                        </a:srgbClr>
                      </a:solidFill>
                      <a:prstDash val="dash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6D38F5">
                          <a:alpha val="0"/>
                        </a:srgbClr>
                      </a:solidFill>
                      <a:prstDash val="dash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1"/>
                      </a:solidFill>
                      <a:prstDash val="dot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1"/>
                      </a:solidFill>
                      <a:prstDash val="dot"/>
                      <a:round/>
                      <a:headEnd type="none" w="sm" len="sm"/>
                      <a:tailEnd type="none" w="sm" len="sm"/>
                    </a:lnB>
                    <a:solidFill>
                      <a:srgbClr val="000000">
                        <a:alpha val="5098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Arial"/>
                        <a:buNone/>
                      </a:pPr>
                      <a:endParaRPr sz="2000" u="none" strike="noStrike" cap="none">
                        <a:solidFill>
                          <a:srgbClr val="FFFFFF"/>
                        </a:solidFill>
                        <a:latin typeface="Helvetica Neue Light"/>
                        <a:ea typeface="Helvetica Neue Light"/>
                        <a:cs typeface="Helvetica Neue Light"/>
                        <a:sym typeface="Helvetica Neue Light"/>
                      </a:endParaRPr>
                    </a:p>
                  </a:txBody>
                  <a:tcPr marL="25900" marR="25900" marT="25900" marB="25900" anchor="ctr">
                    <a:lnL w="9525" cap="flat" cmpd="sng">
                      <a:solidFill>
                        <a:srgbClr val="6D38F5">
                          <a:alpha val="0"/>
                        </a:srgbClr>
                      </a:solidFill>
                      <a:prstDash val="dash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6D38F5">
                          <a:alpha val="0"/>
                        </a:srgbClr>
                      </a:solidFill>
                      <a:prstDash val="dash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1"/>
                      </a:solidFill>
                      <a:prstDash val="dot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1"/>
                      </a:solidFill>
                      <a:prstDash val="dot"/>
                      <a:round/>
                      <a:headEnd type="none" w="sm" len="sm"/>
                      <a:tailEnd type="none" w="sm" len="sm"/>
                    </a:lnB>
                    <a:solidFill>
                      <a:srgbClr val="6BA8D7">
                        <a:alpha val="10196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520350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Arial"/>
                        <a:buNone/>
                      </a:pPr>
                      <a:r>
                        <a:rPr lang="pt-BR" sz="2000" u="none" strike="noStrike" cap="none">
                          <a:solidFill>
                            <a:srgbClr val="FFFFFF"/>
                          </a:solidFill>
                          <a:latin typeface="Helvetica Neue Light"/>
                          <a:ea typeface="Helvetica Neue Light"/>
                          <a:cs typeface="Helvetica Neue Light"/>
                          <a:sym typeface="Helvetica Neue Light"/>
                        </a:rPr>
                        <a:t>20</a:t>
                      </a:r>
                      <a:endParaRPr sz="2000" u="none" strike="noStrike" cap="none">
                        <a:solidFill>
                          <a:srgbClr val="FFFFFF"/>
                        </a:solidFill>
                        <a:latin typeface="Helvetica Neue Light"/>
                        <a:ea typeface="Helvetica Neue Light"/>
                        <a:cs typeface="Helvetica Neue Light"/>
                        <a:sym typeface="Helvetica Neue Light"/>
                      </a:endParaRPr>
                    </a:p>
                  </a:txBody>
                  <a:tcPr marL="25900" marR="25900" marT="25900" marB="25900" anchor="ctr">
                    <a:lnL w="9525" cap="flat" cmpd="sng">
                      <a:solidFill>
                        <a:srgbClr val="6D38F5">
                          <a:alpha val="0"/>
                        </a:srgbClr>
                      </a:solidFill>
                      <a:prstDash val="dash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6D38F5">
                          <a:alpha val="0"/>
                        </a:srgbClr>
                      </a:solidFill>
                      <a:prstDash val="dash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6D38F5">
                          <a:alpha val="0"/>
                        </a:srgbClr>
                      </a:solidFill>
                      <a:prstDash val="dash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6D38F5">
                          <a:alpha val="0"/>
                        </a:srgbClr>
                      </a:solidFill>
                      <a:prstDash val="dash"/>
                      <a:round/>
                      <a:headEnd type="none" w="sm" len="sm"/>
                      <a:tailEnd type="none" w="sm" len="sm"/>
                    </a:lnB>
                    <a:solidFill>
                      <a:srgbClr val="000000">
                        <a:alpha val="5098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151438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  <a:tabLst/>
                        <a:defRPr/>
                      </a:pPr>
                      <a:r>
                        <a:rPr lang="pt-BR" sz="2000" b="0" i="0" u="none" strike="noStrike" cap="none" dirty="0" err="1">
                          <a:solidFill>
                            <a:schemeClr val="lt1"/>
                          </a:solidFill>
                          <a:latin typeface="Source Sans 3"/>
                          <a:ea typeface="Source Sans 3"/>
                          <a:cs typeface="Source Sans 3"/>
                          <a:sym typeface="Source Sans 3"/>
                        </a:rPr>
                        <a:t>lorem</a:t>
                      </a:r>
                      <a:r>
                        <a:rPr lang="pt-BR" sz="2000" b="0" i="0" u="none" strike="noStrike" cap="none" dirty="0">
                          <a:solidFill>
                            <a:schemeClr val="lt1"/>
                          </a:solidFill>
                          <a:latin typeface="Source Sans 3"/>
                          <a:ea typeface="Source Sans 3"/>
                          <a:cs typeface="Source Sans 3"/>
                          <a:sym typeface="Source Sans 3"/>
                        </a:rPr>
                        <a:t> </a:t>
                      </a:r>
                    </a:p>
                    <a:p>
                      <a:pPr marL="0" marR="151438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  <a:tabLst/>
                        <a:defRPr/>
                      </a:pPr>
                      <a:r>
                        <a:rPr lang="pt-BR" sz="2000" b="0" i="0" u="none" strike="noStrike" cap="none" dirty="0">
                          <a:solidFill>
                            <a:schemeClr val="lt1"/>
                          </a:solidFill>
                          <a:latin typeface="Source Sans 3"/>
                          <a:ea typeface="Source Sans 3"/>
                          <a:cs typeface="Source Sans 3"/>
                          <a:sym typeface="Source Sans 3"/>
                        </a:rPr>
                        <a:t>ipsum</a:t>
                      </a:r>
                    </a:p>
                    <a:p>
                      <a:pPr marL="0" marR="151438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pt-BR" sz="2000" u="none" strike="noStrike" cap="none" dirty="0">
                          <a:solidFill>
                            <a:srgbClr val="FFFFFF"/>
                          </a:solidFill>
                          <a:latin typeface="Helvetica Neue Light"/>
                          <a:ea typeface="Helvetica Neue Light"/>
                          <a:cs typeface="Helvetica Neue Light"/>
                          <a:sym typeface="Helvetica Neue Light"/>
                        </a:rPr>
                        <a:t>3</a:t>
                      </a:r>
                      <a:endParaRPr sz="2000" u="none" strike="noStrike" cap="none" dirty="0">
                        <a:solidFill>
                          <a:srgbClr val="FFFFFF"/>
                        </a:solidFill>
                        <a:latin typeface="Helvetica Neue Light"/>
                        <a:ea typeface="Helvetica Neue Light"/>
                        <a:cs typeface="Helvetica Neue Light"/>
                        <a:sym typeface="Helvetica Neue Light"/>
                      </a:endParaRPr>
                    </a:p>
                  </a:txBody>
                  <a:tcPr marL="270000" marR="25900" marT="25900" marB="25900" anchor="ctr">
                    <a:lnL w="9525" cap="flat" cmpd="sng">
                      <a:solidFill>
                        <a:srgbClr val="6D38F5">
                          <a:alpha val="0"/>
                        </a:srgbClr>
                      </a:solidFill>
                      <a:prstDash val="dash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6D38F5">
                          <a:alpha val="0"/>
                        </a:srgbClr>
                      </a:solidFill>
                      <a:prstDash val="dash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1"/>
                      </a:solidFill>
                      <a:prstDash val="dot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1"/>
                      </a:solidFill>
                      <a:prstDash val="dot"/>
                      <a:round/>
                      <a:headEnd type="none" w="sm" len="sm"/>
                      <a:tailEnd type="none" w="sm" len="sm"/>
                    </a:lnB>
                    <a:solidFill>
                      <a:srgbClr val="6BA8D7">
                        <a:alpha val="10196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Arial"/>
                        <a:buNone/>
                      </a:pPr>
                      <a:r>
                        <a:rPr lang="pt-BR" sz="2000" u="none" strike="noStrike" cap="none">
                          <a:solidFill>
                            <a:srgbClr val="FFFFFF"/>
                          </a:solidFill>
                          <a:latin typeface="Helvetica Neue Light"/>
                          <a:ea typeface="Helvetica Neue Light"/>
                          <a:cs typeface="Helvetica Neue Light"/>
                          <a:sym typeface="Helvetica Neue Light"/>
                        </a:rPr>
                        <a:t>21</a:t>
                      </a:r>
                      <a:endParaRPr sz="2000" u="none" strike="noStrike" cap="none">
                        <a:solidFill>
                          <a:srgbClr val="FFFFFF"/>
                        </a:solidFill>
                        <a:latin typeface="Helvetica Neue Light"/>
                        <a:ea typeface="Helvetica Neue Light"/>
                        <a:cs typeface="Helvetica Neue Light"/>
                        <a:sym typeface="Helvetica Neue Light"/>
                      </a:endParaRPr>
                    </a:p>
                  </a:txBody>
                  <a:tcPr marL="25900" marR="25900" marT="25900" marB="25900" anchor="ctr">
                    <a:lnL w="9525" cap="flat" cmpd="sng">
                      <a:solidFill>
                        <a:srgbClr val="6D38F5">
                          <a:alpha val="0"/>
                        </a:srgbClr>
                      </a:solidFill>
                      <a:prstDash val="dash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6D38F5">
                          <a:alpha val="0"/>
                        </a:srgbClr>
                      </a:solidFill>
                      <a:prstDash val="dash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1"/>
                      </a:solidFill>
                      <a:prstDash val="dot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1"/>
                      </a:solidFill>
                      <a:prstDash val="dot"/>
                      <a:round/>
                      <a:headEnd type="none" w="sm" len="sm"/>
                      <a:tailEnd type="none" w="sm" len="sm"/>
                    </a:lnB>
                    <a:solidFill>
                      <a:srgbClr val="000000">
                        <a:alpha val="5098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endParaRPr sz="2000" u="none" strike="noStrike" cap="none">
                        <a:solidFill>
                          <a:srgbClr val="FFFFFF"/>
                        </a:solidFill>
                        <a:latin typeface="Helvetica Neue Light"/>
                        <a:ea typeface="Helvetica Neue Light"/>
                        <a:cs typeface="Helvetica Neue Light"/>
                        <a:sym typeface="Helvetica Neue Light"/>
                      </a:endParaRPr>
                    </a:p>
                  </a:txBody>
                  <a:tcPr marL="25900" marR="25900" marT="25900" marB="25900" anchor="ctr">
                    <a:lnL w="9525" cap="flat" cmpd="sng">
                      <a:solidFill>
                        <a:srgbClr val="6D38F5">
                          <a:alpha val="0"/>
                        </a:srgbClr>
                      </a:solidFill>
                      <a:prstDash val="dash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6D38F5">
                          <a:alpha val="0"/>
                        </a:srgbClr>
                      </a:solidFill>
                      <a:prstDash val="dash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1"/>
                      </a:solidFill>
                      <a:prstDash val="dot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1"/>
                      </a:solidFill>
                      <a:prstDash val="dot"/>
                      <a:round/>
                      <a:headEnd type="none" w="sm" len="sm"/>
                      <a:tailEnd type="none" w="sm" len="sm"/>
                    </a:lnB>
                    <a:solidFill>
                      <a:srgbClr val="6BA8D7">
                        <a:alpha val="10196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Arial"/>
                        <a:buNone/>
                      </a:pPr>
                      <a:r>
                        <a:rPr lang="pt-BR" sz="2000" u="none" strike="noStrike" cap="none">
                          <a:solidFill>
                            <a:srgbClr val="FFFFFF"/>
                          </a:solidFill>
                          <a:latin typeface="Helvetica Neue Light"/>
                          <a:ea typeface="Helvetica Neue Light"/>
                          <a:cs typeface="Helvetica Neue Light"/>
                          <a:sym typeface="Helvetica Neue Light"/>
                        </a:rPr>
                        <a:t>22</a:t>
                      </a:r>
                      <a:endParaRPr sz="2000" u="none" strike="noStrike" cap="none">
                        <a:solidFill>
                          <a:srgbClr val="FFFFFF"/>
                        </a:solidFill>
                        <a:latin typeface="Helvetica Neue Light"/>
                        <a:ea typeface="Helvetica Neue Light"/>
                        <a:cs typeface="Helvetica Neue Light"/>
                        <a:sym typeface="Helvetica Neue Light"/>
                      </a:endParaRPr>
                    </a:p>
                  </a:txBody>
                  <a:tcPr marL="25900" marR="25900" marT="25900" marB="25900" anchor="ctr">
                    <a:lnL w="9525" cap="flat" cmpd="sng">
                      <a:solidFill>
                        <a:srgbClr val="6D38F5">
                          <a:alpha val="0"/>
                        </a:srgbClr>
                      </a:solidFill>
                      <a:prstDash val="dash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6D38F5">
                          <a:alpha val="0"/>
                        </a:srgbClr>
                      </a:solidFill>
                      <a:prstDash val="dash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1"/>
                      </a:solidFill>
                      <a:prstDash val="dot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1"/>
                      </a:solidFill>
                      <a:prstDash val="dot"/>
                      <a:round/>
                      <a:headEnd type="none" w="sm" len="sm"/>
                      <a:tailEnd type="none" w="sm" len="sm"/>
                    </a:lnB>
                    <a:solidFill>
                      <a:srgbClr val="000000">
                        <a:alpha val="5098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endParaRPr sz="2000" u="none" strike="noStrike" cap="none">
                        <a:solidFill>
                          <a:srgbClr val="FFFFFF"/>
                        </a:solidFill>
                        <a:latin typeface="Helvetica Neue Light"/>
                        <a:ea typeface="Helvetica Neue Light"/>
                        <a:cs typeface="Helvetica Neue Light"/>
                        <a:sym typeface="Helvetica Neue Light"/>
                      </a:endParaRPr>
                    </a:p>
                  </a:txBody>
                  <a:tcPr marL="25900" marR="25900" marT="25900" marB="25900" anchor="ctr">
                    <a:lnL w="9525" cap="flat" cmpd="sng">
                      <a:solidFill>
                        <a:srgbClr val="6D38F5">
                          <a:alpha val="0"/>
                        </a:srgbClr>
                      </a:solidFill>
                      <a:prstDash val="dash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6D38F5">
                          <a:alpha val="0"/>
                        </a:srgbClr>
                      </a:solidFill>
                      <a:prstDash val="dash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1"/>
                      </a:solidFill>
                      <a:prstDash val="dot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1"/>
                      </a:solidFill>
                      <a:prstDash val="dot"/>
                      <a:round/>
                      <a:headEnd type="none" w="sm" len="sm"/>
                      <a:tailEnd type="none" w="sm" len="sm"/>
                    </a:lnB>
                    <a:solidFill>
                      <a:srgbClr val="6BA8D7">
                        <a:alpha val="10196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Arial"/>
                        <a:buNone/>
                      </a:pPr>
                      <a:r>
                        <a:rPr lang="pt-BR" sz="2000" u="none" strike="noStrike" cap="none">
                          <a:solidFill>
                            <a:srgbClr val="FFFFFF"/>
                          </a:solidFill>
                          <a:latin typeface="Helvetica Neue Light"/>
                          <a:ea typeface="Helvetica Neue Light"/>
                          <a:cs typeface="Helvetica Neue Light"/>
                          <a:sym typeface="Helvetica Neue Light"/>
                        </a:rPr>
                        <a:t>23</a:t>
                      </a:r>
                      <a:endParaRPr sz="2000" u="none" strike="noStrike" cap="none">
                        <a:solidFill>
                          <a:srgbClr val="FFFFFF"/>
                        </a:solidFill>
                        <a:latin typeface="Helvetica Neue Light"/>
                        <a:ea typeface="Helvetica Neue Light"/>
                        <a:cs typeface="Helvetica Neue Light"/>
                        <a:sym typeface="Helvetica Neue Light"/>
                      </a:endParaRPr>
                    </a:p>
                  </a:txBody>
                  <a:tcPr marL="25900" marR="25900" marT="25900" marB="25900" anchor="ctr">
                    <a:lnL w="9525" cap="flat" cmpd="sng">
                      <a:solidFill>
                        <a:srgbClr val="6D38F5">
                          <a:alpha val="0"/>
                        </a:srgbClr>
                      </a:solidFill>
                      <a:prstDash val="dash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6D38F5">
                          <a:alpha val="0"/>
                        </a:srgbClr>
                      </a:solidFill>
                      <a:prstDash val="dash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1"/>
                      </a:solidFill>
                      <a:prstDash val="dot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1"/>
                      </a:solidFill>
                      <a:prstDash val="dot"/>
                      <a:round/>
                      <a:headEnd type="none" w="sm" len="sm"/>
                      <a:tailEnd type="none" w="sm" len="sm"/>
                    </a:lnB>
                    <a:solidFill>
                      <a:srgbClr val="000000">
                        <a:alpha val="5098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endParaRPr sz="2000" u="none" strike="noStrike" cap="none">
                        <a:solidFill>
                          <a:srgbClr val="FFFFFF"/>
                        </a:solidFill>
                        <a:latin typeface="Helvetica Neue Light"/>
                        <a:ea typeface="Helvetica Neue Light"/>
                        <a:cs typeface="Helvetica Neue Light"/>
                        <a:sym typeface="Helvetica Neue Light"/>
                      </a:endParaRPr>
                    </a:p>
                  </a:txBody>
                  <a:tcPr marL="25900" marR="25900" marT="25900" marB="25900" anchor="ctr">
                    <a:lnL w="9525" cap="flat" cmpd="sng">
                      <a:solidFill>
                        <a:srgbClr val="6D38F5">
                          <a:alpha val="0"/>
                        </a:srgbClr>
                      </a:solidFill>
                      <a:prstDash val="dash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6D38F5">
                          <a:alpha val="0"/>
                        </a:srgbClr>
                      </a:solidFill>
                      <a:prstDash val="dash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1"/>
                      </a:solidFill>
                      <a:prstDash val="dot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1"/>
                      </a:solidFill>
                      <a:prstDash val="dot"/>
                      <a:round/>
                      <a:headEnd type="none" w="sm" len="sm"/>
                      <a:tailEnd type="none" w="sm" len="sm"/>
                    </a:lnB>
                    <a:solidFill>
                      <a:srgbClr val="6BA8D7">
                        <a:alpha val="10196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Arial"/>
                        <a:buNone/>
                      </a:pPr>
                      <a:r>
                        <a:rPr lang="pt-BR" sz="2000" u="none" strike="noStrike" cap="none">
                          <a:solidFill>
                            <a:srgbClr val="FFFFFF"/>
                          </a:solidFill>
                          <a:latin typeface="Helvetica Neue Light"/>
                          <a:ea typeface="Helvetica Neue Light"/>
                          <a:cs typeface="Helvetica Neue Light"/>
                          <a:sym typeface="Helvetica Neue Light"/>
                        </a:rPr>
                        <a:t>24</a:t>
                      </a:r>
                      <a:endParaRPr sz="2000" u="none" strike="noStrike" cap="none">
                        <a:solidFill>
                          <a:srgbClr val="FFFFFF"/>
                        </a:solidFill>
                        <a:latin typeface="Helvetica Neue Light"/>
                        <a:ea typeface="Helvetica Neue Light"/>
                        <a:cs typeface="Helvetica Neue Light"/>
                        <a:sym typeface="Helvetica Neue Light"/>
                      </a:endParaRPr>
                    </a:p>
                  </a:txBody>
                  <a:tcPr marL="25900" marR="25900" marT="25900" marB="25900" anchor="ctr">
                    <a:lnL w="9525" cap="flat" cmpd="sng">
                      <a:solidFill>
                        <a:srgbClr val="6D38F5">
                          <a:alpha val="0"/>
                        </a:srgbClr>
                      </a:solidFill>
                      <a:prstDash val="dash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6D38F5">
                          <a:alpha val="0"/>
                        </a:srgbClr>
                      </a:solidFill>
                      <a:prstDash val="dash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1"/>
                      </a:solidFill>
                      <a:prstDash val="dot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1"/>
                      </a:solidFill>
                      <a:prstDash val="dot"/>
                      <a:round/>
                      <a:headEnd type="none" w="sm" len="sm"/>
                      <a:tailEnd type="none" w="sm" len="sm"/>
                    </a:lnB>
                    <a:solidFill>
                      <a:srgbClr val="000000">
                        <a:alpha val="5098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89999" marR="151438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endParaRPr sz="2000" u="none" strike="noStrike" cap="none" dirty="0">
                        <a:solidFill>
                          <a:srgbClr val="FFFFFF"/>
                        </a:solidFill>
                        <a:latin typeface="Helvetica Neue Light"/>
                        <a:ea typeface="Helvetica Neue Light"/>
                        <a:cs typeface="Helvetica Neue Light"/>
                        <a:sym typeface="Helvetica Neue Light"/>
                      </a:endParaRPr>
                    </a:p>
                  </a:txBody>
                  <a:tcPr marL="25900" marR="25900" marT="25900" marB="25900" anchor="ctr">
                    <a:lnL w="9525" cap="flat" cmpd="sng">
                      <a:solidFill>
                        <a:srgbClr val="6D38F5">
                          <a:alpha val="0"/>
                        </a:srgbClr>
                      </a:solidFill>
                      <a:prstDash val="dash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6D38F5">
                          <a:alpha val="0"/>
                        </a:srgbClr>
                      </a:solidFill>
                      <a:prstDash val="dash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1"/>
                      </a:solidFill>
                      <a:prstDash val="dot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1"/>
                      </a:solidFill>
                      <a:prstDash val="dot"/>
                      <a:round/>
                      <a:headEnd type="none" w="sm" len="sm"/>
                      <a:tailEnd type="none" w="sm" len="sm"/>
                    </a:lnB>
                    <a:solidFill>
                      <a:srgbClr val="6BA8D7">
                        <a:alpha val="10196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Arial"/>
                        <a:buNone/>
                      </a:pPr>
                      <a:r>
                        <a:rPr lang="pt-BR" sz="2000" u="none" strike="noStrike" cap="none">
                          <a:solidFill>
                            <a:srgbClr val="FFFFFF"/>
                          </a:solidFill>
                          <a:latin typeface="Helvetica Neue Light"/>
                          <a:ea typeface="Helvetica Neue Light"/>
                          <a:cs typeface="Helvetica Neue Light"/>
                          <a:sym typeface="Helvetica Neue Light"/>
                        </a:rPr>
                        <a:t>25</a:t>
                      </a:r>
                      <a:endParaRPr sz="2000" u="none" strike="noStrike" cap="none">
                        <a:solidFill>
                          <a:srgbClr val="FFFFFF"/>
                        </a:solidFill>
                        <a:latin typeface="Helvetica Neue Light"/>
                        <a:ea typeface="Helvetica Neue Light"/>
                        <a:cs typeface="Helvetica Neue Light"/>
                        <a:sym typeface="Helvetica Neue Light"/>
                      </a:endParaRPr>
                    </a:p>
                  </a:txBody>
                  <a:tcPr marL="25900" marR="25900" marT="25900" marB="25900" anchor="ctr">
                    <a:lnL w="9525" cap="flat" cmpd="sng">
                      <a:solidFill>
                        <a:srgbClr val="6D38F5">
                          <a:alpha val="0"/>
                        </a:srgbClr>
                      </a:solidFill>
                      <a:prstDash val="dash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6D38F5">
                          <a:alpha val="0"/>
                        </a:srgbClr>
                      </a:solidFill>
                      <a:prstDash val="dash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1"/>
                      </a:solidFill>
                      <a:prstDash val="dot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1"/>
                      </a:solidFill>
                      <a:prstDash val="dot"/>
                      <a:round/>
                      <a:headEnd type="none" w="sm" len="sm"/>
                      <a:tailEnd type="none" w="sm" len="sm"/>
                    </a:lnB>
                    <a:solidFill>
                      <a:srgbClr val="000000">
                        <a:alpha val="5098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endParaRPr sz="2000" u="none" strike="noStrike" cap="none">
                        <a:solidFill>
                          <a:srgbClr val="FFFFFF"/>
                        </a:solidFill>
                        <a:latin typeface="Helvetica Neue Light"/>
                        <a:ea typeface="Helvetica Neue Light"/>
                        <a:cs typeface="Helvetica Neue Light"/>
                        <a:sym typeface="Helvetica Neue Light"/>
                      </a:endParaRPr>
                    </a:p>
                  </a:txBody>
                  <a:tcPr marL="25900" marR="25900" marT="25900" marB="25900" anchor="ctr">
                    <a:lnL w="9525" cap="flat" cmpd="sng">
                      <a:solidFill>
                        <a:srgbClr val="6D38F5">
                          <a:alpha val="0"/>
                        </a:srgbClr>
                      </a:solidFill>
                      <a:prstDash val="dash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6D38F5">
                          <a:alpha val="0"/>
                        </a:srgbClr>
                      </a:solidFill>
                      <a:prstDash val="dash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1"/>
                      </a:solidFill>
                      <a:prstDash val="dot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1"/>
                      </a:solidFill>
                      <a:prstDash val="dot"/>
                      <a:round/>
                      <a:headEnd type="none" w="sm" len="sm"/>
                      <a:tailEnd type="none" w="sm" len="sm"/>
                    </a:lnB>
                    <a:solidFill>
                      <a:srgbClr val="6BA8D7">
                        <a:alpha val="10196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Arial"/>
                        <a:buNone/>
                      </a:pPr>
                      <a:r>
                        <a:rPr lang="pt-BR" sz="2000" u="none" strike="noStrike" cap="none">
                          <a:solidFill>
                            <a:srgbClr val="FFFFFF"/>
                          </a:solidFill>
                          <a:latin typeface="Helvetica Neue Light"/>
                          <a:ea typeface="Helvetica Neue Light"/>
                          <a:cs typeface="Helvetica Neue Light"/>
                          <a:sym typeface="Helvetica Neue Light"/>
                        </a:rPr>
                        <a:t>26</a:t>
                      </a:r>
                      <a:endParaRPr sz="2000" u="none" strike="noStrike" cap="none">
                        <a:solidFill>
                          <a:srgbClr val="FFFFFF"/>
                        </a:solidFill>
                        <a:latin typeface="Helvetica Neue Light"/>
                        <a:ea typeface="Helvetica Neue Light"/>
                        <a:cs typeface="Helvetica Neue Light"/>
                        <a:sym typeface="Helvetica Neue Light"/>
                      </a:endParaRPr>
                    </a:p>
                  </a:txBody>
                  <a:tcPr marL="25900" marR="25900" marT="25900" marB="25900" anchor="ctr">
                    <a:lnL w="9525" cap="flat" cmpd="sng">
                      <a:solidFill>
                        <a:srgbClr val="6D38F5">
                          <a:alpha val="0"/>
                        </a:srgbClr>
                      </a:solidFill>
                      <a:prstDash val="dash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6D38F5">
                          <a:alpha val="0"/>
                        </a:srgbClr>
                      </a:solidFill>
                      <a:prstDash val="dash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1"/>
                      </a:solidFill>
                      <a:prstDash val="dot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1"/>
                      </a:solidFill>
                      <a:prstDash val="dot"/>
                      <a:round/>
                      <a:headEnd type="none" w="sm" len="sm"/>
                      <a:tailEnd type="none" w="sm" len="sm"/>
                    </a:lnB>
                    <a:solidFill>
                      <a:srgbClr val="000000">
                        <a:alpha val="5098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Arial"/>
                        <a:buNone/>
                      </a:pPr>
                      <a:endParaRPr sz="2000" u="none" strike="noStrike" cap="none">
                        <a:solidFill>
                          <a:srgbClr val="FFFFFF"/>
                        </a:solidFill>
                        <a:latin typeface="Helvetica Neue Light"/>
                        <a:ea typeface="Helvetica Neue Light"/>
                        <a:cs typeface="Helvetica Neue Light"/>
                        <a:sym typeface="Helvetica Neue Light"/>
                      </a:endParaRPr>
                    </a:p>
                  </a:txBody>
                  <a:tcPr marL="25900" marR="25900" marT="25900" marB="25900" anchor="ctr">
                    <a:lnL w="9525" cap="flat" cmpd="sng">
                      <a:solidFill>
                        <a:srgbClr val="6D38F5">
                          <a:alpha val="0"/>
                        </a:srgbClr>
                      </a:solidFill>
                      <a:prstDash val="dash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6D38F5">
                          <a:alpha val="0"/>
                        </a:srgbClr>
                      </a:solidFill>
                      <a:prstDash val="dash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1"/>
                      </a:solidFill>
                      <a:prstDash val="dot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1"/>
                      </a:solidFill>
                      <a:prstDash val="dot"/>
                      <a:round/>
                      <a:headEnd type="none" w="sm" len="sm"/>
                      <a:tailEnd type="none" w="sm" len="sm"/>
                    </a:lnB>
                    <a:solidFill>
                      <a:srgbClr val="6BA8D7">
                        <a:alpha val="10196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1520350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Arial"/>
                        <a:buNone/>
                      </a:pPr>
                      <a:r>
                        <a:rPr lang="pt-BR" sz="2000" u="none" strike="noStrike" cap="none">
                          <a:solidFill>
                            <a:srgbClr val="FFFFFF"/>
                          </a:solidFill>
                          <a:latin typeface="Helvetica Neue Light"/>
                          <a:ea typeface="Helvetica Neue Light"/>
                          <a:cs typeface="Helvetica Neue Light"/>
                          <a:sym typeface="Helvetica Neue Light"/>
                        </a:rPr>
                        <a:t>27</a:t>
                      </a:r>
                      <a:endParaRPr sz="2000" u="none" strike="noStrike" cap="none">
                        <a:solidFill>
                          <a:srgbClr val="FFFFFF"/>
                        </a:solidFill>
                        <a:latin typeface="Helvetica Neue Light"/>
                        <a:ea typeface="Helvetica Neue Light"/>
                        <a:cs typeface="Helvetica Neue Light"/>
                        <a:sym typeface="Helvetica Neue Light"/>
                      </a:endParaRPr>
                    </a:p>
                  </a:txBody>
                  <a:tcPr marL="25900" marR="25900" marT="25900" marB="25900" anchor="ctr">
                    <a:lnL w="9525" cap="flat" cmpd="sng">
                      <a:solidFill>
                        <a:srgbClr val="6D38F5">
                          <a:alpha val="0"/>
                        </a:srgbClr>
                      </a:solidFill>
                      <a:prstDash val="dash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6D38F5">
                          <a:alpha val="0"/>
                        </a:srgbClr>
                      </a:solidFill>
                      <a:prstDash val="dash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6D38F5">
                          <a:alpha val="0"/>
                        </a:srgbClr>
                      </a:solidFill>
                      <a:prstDash val="dash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6D38F5">
                          <a:alpha val="0"/>
                        </a:srgbClr>
                      </a:solidFill>
                      <a:prstDash val="dash"/>
                      <a:round/>
                      <a:headEnd type="none" w="sm" len="sm"/>
                      <a:tailEnd type="none" w="sm" len="sm"/>
                    </a:lnB>
                    <a:solidFill>
                      <a:srgbClr val="000000">
                        <a:alpha val="5098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Arial"/>
                        <a:buNone/>
                      </a:pPr>
                      <a:endParaRPr sz="2000" u="none" strike="noStrike" cap="none" dirty="0">
                        <a:solidFill>
                          <a:srgbClr val="FFFFFF"/>
                        </a:solidFill>
                        <a:latin typeface="Helvetica Neue Light"/>
                        <a:ea typeface="Helvetica Neue Light"/>
                        <a:cs typeface="Helvetica Neue Light"/>
                        <a:sym typeface="Helvetica Neue Light"/>
                      </a:endParaRPr>
                    </a:p>
                  </a:txBody>
                  <a:tcPr marL="25900" marR="25900" marT="25900" marB="25900" anchor="ctr">
                    <a:lnL w="9525" cap="flat" cmpd="sng">
                      <a:solidFill>
                        <a:srgbClr val="6D38F5">
                          <a:alpha val="0"/>
                        </a:srgbClr>
                      </a:solidFill>
                      <a:prstDash val="dash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6D38F5">
                          <a:alpha val="0"/>
                        </a:srgbClr>
                      </a:solidFill>
                      <a:prstDash val="dash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1"/>
                      </a:solidFill>
                      <a:prstDash val="dot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6D38F5">
                          <a:alpha val="0"/>
                        </a:srgbClr>
                      </a:solidFill>
                      <a:prstDash val="dash"/>
                      <a:round/>
                      <a:headEnd type="none" w="sm" len="sm"/>
                      <a:tailEnd type="none" w="sm" len="sm"/>
                    </a:lnB>
                    <a:solidFill>
                      <a:srgbClr val="6BA8D7">
                        <a:alpha val="10196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Arial"/>
                        <a:buNone/>
                      </a:pPr>
                      <a:r>
                        <a:rPr lang="pt-BR" sz="2000" u="none" strike="noStrike" cap="none">
                          <a:solidFill>
                            <a:srgbClr val="FFFFFF"/>
                          </a:solidFill>
                          <a:latin typeface="Helvetica Neue Light"/>
                          <a:ea typeface="Helvetica Neue Light"/>
                          <a:cs typeface="Helvetica Neue Light"/>
                          <a:sym typeface="Helvetica Neue Light"/>
                        </a:rPr>
                        <a:t>28</a:t>
                      </a:r>
                      <a:endParaRPr sz="2000" u="none" strike="noStrike" cap="none">
                        <a:solidFill>
                          <a:srgbClr val="FFFFFF"/>
                        </a:solidFill>
                        <a:latin typeface="Helvetica Neue Light"/>
                        <a:ea typeface="Helvetica Neue Light"/>
                        <a:cs typeface="Helvetica Neue Light"/>
                        <a:sym typeface="Helvetica Neue Light"/>
                      </a:endParaRPr>
                    </a:p>
                  </a:txBody>
                  <a:tcPr marL="25900" marR="25900" marT="25900" marB="25900" anchor="ctr">
                    <a:lnL w="9525" cap="flat" cmpd="sng">
                      <a:solidFill>
                        <a:srgbClr val="6D38F5">
                          <a:alpha val="0"/>
                        </a:srgbClr>
                      </a:solidFill>
                      <a:prstDash val="dash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6D38F5">
                          <a:alpha val="0"/>
                        </a:srgbClr>
                      </a:solidFill>
                      <a:prstDash val="dash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1"/>
                      </a:solidFill>
                      <a:prstDash val="dot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6D38F5">
                          <a:alpha val="0"/>
                        </a:srgbClr>
                      </a:solidFill>
                      <a:prstDash val="dash"/>
                      <a:round/>
                      <a:headEnd type="none" w="sm" len="sm"/>
                      <a:tailEnd type="none" w="sm" len="sm"/>
                    </a:lnB>
                    <a:solidFill>
                      <a:srgbClr val="000000">
                        <a:alpha val="5098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endParaRPr sz="2000" u="none" strike="noStrike" cap="none" dirty="0">
                        <a:solidFill>
                          <a:srgbClr val="FFFFFF"/>
                        </a:solidFill>
                        <a:latin typeface="Helvetica Neue Light"/>
                        <a:ea typeface="Helvetica Neue Light"/>
                        <a:cs typeface="Helvetica Neue Light"/>
                        <a:sym typeface="Helvetica Neue Light"/>
                      </a:endParaRPr>
                    </a:p>
                  </a:txBody>
                  <a:tcPr marL="25900" marR="25900" marT="25900" marB="25900" anchor="ctr">
                    <a:lnL w="9525" cap="flat" cmpd="sng">
                      <a:solidFill>
                        <a:srgbClr val="6D38F5">
                          <a:alpha val="0"/>
                        </a:srgbClr>
                      </a:solidFill>
                      <a:prstDash val="dash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6D38F5">
                          <a:alpha val="0"/>
                        </a:srgbClr>
                      </a:solidFill>
                      <a:prstDash val="dash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1"/>
                      </a:solidFill>
                      <a:prstDash val="dot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6D38F5">
                          <a:alpha val="0"/>
                        </a:srgbClr>
                      </a:solidFill>
                      <a:prstDash val="dash"/>
                      <a:round/>
                      <a:headEnd type="none" w="sm" len="sm"/>
                      <a:tailEnd type="none" w="sm" len="sm"/>
                    </a:lnB>
                    <a:solidFill>
                      <a:srgbClr val="6BA8D7">
                        <a:alpha val="10196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Arial"/>
                        <a:buNone/>
                      </a:pPr>
                      <a:r>
                        <a:rPr lang="pt-BR" sz="2000" u="none" strike="noStrike" cap="none">
                          <a:solidFill>
                            <a:srgbClr val="FFFFFF"/>
                          </a:solidFill>
                          <a:latin typeface="Helvetica Neue Light"/>
                          <a:ea typeface="Helvetica Neue Light"/>
                          <a:cs typeface="Helvetica Neue Light"/>
                          <a:sym typeface="Helvetica Neue Light"/>
                        </a:rPr>
                        <a:t>29</a:t>
                      </a:r>
                      <a:endParaRPr sz="2000" u="none" strike="noStrike" cap="none">
                        <a:solidFill>
                          <a:srgbClr val="FFFFFF"/>
                        </a:solidFill>
                        <a:latin typeface="Helvetica Neue Light"/>
                        <a:ea typeface="Helvetica Neue Light"/>
                        <a:cs typeface="Helvetica Neue Light"/>
                        <a:sym typeface="Helvetica Neue Light"/>
                      </a:endParaRPr>
                    </a:p>
                  </a:txBody>
                  <a:tcPr marL="25900" marR="25900" marT="25900" marB="25900" anchor="ctr">
                    <a:lnL w="9525" cap="flat" cmpd="sng">
                      <a:solidFill>
                        <a:srgbClr val="6D38F5">
                          <a:alpha val="0"/>
                        </a:srgbClr>
                      </a:solidFill>
                      <a:prstDash val="dash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6D38F5">
                          <a:alpha val="0"/>
                        </a:srgbClr>
                      </a:solidFill>
                      <a:prstDash val="dash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1"/>
                      </a:solidFill>
                      <a:prstDash val="dot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6D38F5">
                          <a:alpha val="0"/>
                        </a:srgbClr>
                      </a:solidFill>
                      <a:prstDash val="dash"/>
                      <a:round/>
                      <a:headEnd type="none" w="sm" len="sm"/>
                      <a:tailEnd type="none" w="sm" len="sm"/>
                    </a:lnB>
                    <a:solidFill>
                      <a:srgbClr val="000000">
                        <a:alpha val="5098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endParaRPr sz="2000" u="none" strike="noStrike" cap="none">
                        <a:solidFill>
                          <a:srgbClr val="FFFFFF"/>
                        </a:solidFill>
                        <a:latin typeface="Helvetica Neue Light"/>
                        <a:ea typeface="Helvetica Neue Light"/>
                        <a:cs typeface="Helvetica Neue Light"/>
                        <a:sym typeface="Helvetica Neue Light"/>
                      </a:endParaRPr>
                    </a:p>
                  </a:txBody>
                  <a:tcPr marL="25900" marR="25900" marT="25900" marB="25900" anchor="ctr">
                    <a:lnL w="9525" cap="flat" cmpd="sng">
                      <a:solidFill>
                        <a:srgbClr val="6D38F5">
                          <a:alpha val="0"/>
                        </a:srgbClr>
                      </a:solidFill>
                      <a:prstDash val="dash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6D38F5">
                          <a:alpha val="0"/>
                        </a:srgbClr>
                      </a:solidFill>
                      <a:prstDash val="dash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1"/>
                      </a:solidFill>
                      <a:prstDash val="dot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6D38F5">
                          <a:alpha val="0"/>
                        </a:srgbClr>
                      </a:solidFill>
                      <a:prstDash val="dash"/>
                      <a:round/>
                      <a:headEnd type="none" w="sm" len="sm"/>
                      <a:tailEnd type="none" w="sm" len="sm"/>
                    </a:lnB>
                    <a:solidFill>
                      <a:srgbClr val="6BA8D7">
                        <a:alpha val="10196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Arial"/>
                        <a:buNone/>
                      </a:pPr>
                      <a:r>
                        <a:rPr lang="pt-BR" sz="2000" u="none" strike="noStrike" cap="none">
                          <a:solidFill>
                            <a:srgbClr val="FFFFFF"/>
                          </a:solidFill>
                          <a:latin typeface="Helvetica Neue Light"/>
                          <a:ea typeface="Helvetica Neue Light"/>
                          <a:cs typeface="Helvetica Neue Light"/>
                          <a:sym typeface="Helvetica Neue Light"/>
                        </a:rPr>
                        <a:t>30</a:t>
                      </a:r>
                      <a:endParaRPr sz="2000" u="none" strike="noStrike" cap="none">
                        <a:solidFill>
                          <a:srgbClr val="FFFFFF"/>
                        </a:solidFill>
                        <a:latin typeface="Helvetica Neue Light"/>
                        <a:ea typeface="Helvetica Neue Light"/>
                        <a:cs typeface="Helvetica Neue Light"/>
                        <a:sym typeface="Helvetica Neue Light"/>
                      </a:endParaRPr>
                    </a:p>
                  </a:txBody>
                  <a:tcPr marL="25900" marR="25900" marT="25900" marB="25900" anchor="ctr">
                    <a:lnL w="9525" cap="flat" cmpd="sng">
                      <a:solidFill>
                        <a:srgbClr val="6D38F5">
                          <a:alpha val="0"/>
                        </a:srgbClr>
                      </a:solidFill>
                      <a:prstDash val="dash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6D38F5">
                          <a:alpha val="0"/>
                        </a:srgbClr>
                      </a:solidFill>
                      <a:prstDash val="dash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1"/>
                      </a:solidFill>
                      <a:prstDash val="dot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6D38F5">
                          <a:alpha val="0"/>
                        </a:srgbClr>
                      </a:solidFill>
                      <a:prstDash val="dash"/>
                      <a:round/>
                      <a:headEnd type="none" w="sm" len="sm"/>
                      <a:tailEnd type="none" w="sm" len="sm"/>
                    </a:lnB>
                    <a:solidFill>
                      <a:srgbClr val="000000">
                        <a:alpha val="5098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endParaRPr sz="2000" u="none" strike="noStrike" cap="none">
                        <a:solidFill>
                          <a:srgbClr val="FFFFFF"/>
                        </a:solidFill>
                        <a:latin typeface="Helvetica Neue Light"/>
                        <a:ea typeface="Helvetica Neue Light"/>
                        <a:cs typeface="Helvetica Neue Light"/>
                        <a:sym typeface="Helvetica Neue Light"/>
                      </a:endParaRPr>
                    </a:p>
                  </a:txBody>
                  <a:tcPr marL="25900" marR="25900" marT="25900" marB="25900" anchor="ctr">
                    <a:lnL w="9525" cap="flat" cmpd="sng">
                      <a:solidFill>
                        <a:srgbClr val="6D38F5">
                          <a:alpha val="0"/>
                        </a:srgbClr>
                      </a:solidFill>
                      <a:prstDash val="dash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6D38F5">
                          <a:alpha val="0"/>
                        </a:srgbClr>
                      </a:solidFill>
                      <a:prstDash val="dash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1"/>
                      </a:solidFill>
                      <a:prstDash val="dot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6D38F5">
                          <a:alpha val="0"/>
                        </a:srgbClr>
                      </a:solidFill>
                      <a:prstDash val="dash"/>
                      <a:round/>
                      <a:headEnd type="none" w="sm" len="sm"/>
                      <a:tailEnd type="none" w="sm" len="sm"/>
                    </a:lnB>
                    <a:solidFill>
                      <a:srgbClr val="6BA8D7">
                        <a:alpha val="10196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endParaRPr sz="2000" u="none" strike="noStrike" cap="none">
                        <a:solidFill>
                          <a:srgbClr val="FFFFFF"/>
                        </a:solidFill>
                        <a:latin typeface="Helvetica Neue Light"/>
                        <a:ea typeface="Helvetica Neue Light"/>
                        <a:cs typeface="Helvetica Neue Light"/>
                        <a:sym typeface="Helvetica Neue Light"/>
                      </a:endParaRPr>
                    </a:p>
                  </a:txBody>
                  <a:tcPr marL="25900" marR="25900" marT="25900" marB="25900" anchor="ctr">
                    <a:lnL w="9525" cap="flat" cmpd="sng">
                      <a:solidFill>
                        <a:srgbClr val="6D38F5">
                          <a:alpha val="0"/>
                        </a:srgbClr>
                      </a:solidFill>
                      <a:prstDash val="dash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6D38F5">
                          <a:alpha val="0"/>
                        </a:srgbClr>
                      </a:solidFill>
                      <a:prstDash val="dash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1"/>
                      </a:solidFill>
                      <a:prstDash val="dot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6D38F5">
                          <a:alpha val="0"/>
                        </a:srgbClr>
                      </a:solidFill>
                      <a:prstDash val="dash"/>
                      <a:round/>
                      <a:headEnd type="none" w="sm" len="sm"/>
                      <a:tailEnd type="none" w="sm" len="sm"/>
                    </a:lnB>
                    <a:solidFill>
                      <a:srgbClr val="000000">
                        <a:alpha val="5098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endParaRPr sz="2000" u="none" strike="noStrike" cap="none">
                        <a:solidFill>
                          <a:srgbClr val="FFFFFF"/>
                        </a:solidFill>
                        <a:latin typeface="Helvetica Neue Light"/>
                        <a:ea typeface="Helvetica Neue Light"/>
                        <a:cs typeface="Helvetica Neue Light"/>
                        <a:sym typeface="Helvetica Neue Light"/>
                      </a:endParaRPr>
                    </a:p>
                  </a:txBody>
                  <a:tcPr marL="25900" marR="25900" marT="25900" marB="25900" anchor="ctr">
                    <a:lnL w="9525" cap="flat" cmpd="sng">
                      <a:solidFill>
                        <a:srgbClr val="6D38F5">
                          <a:alpha val="0"/>
                        </a:srgbClr>
                      </a:solidFill>
                      <a:prstDash val="dash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6D38F5">
                          <a:alpha val="0"/>
                        </a:srgbClr>
                      </a:solidFill>
                      <a:prstDash val="dash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1"/>
                      </a:solidFill>
                      <a:prstDash val="dot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6D38F5">
                          <a:alpha val="0"/>
                        </a:srgbClr>
                      </a:solidFill>
                      <a:prstDash val="dash"/>
                      <a:round/>
                      <a:headEnd type="none" w="sm" len="sm"/>
                      <a:tailEnd type="none" w="sm" len="sm"/>
                    </a:lnB>
                    <a:solidFill>
                      <a:srgbClr val="6BA8D7">
                        <a:alpha val="10196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endParaRPr sz="2000" u="none" strike="noStrike" cap="none">
                        <a:solidFill>
                          <a:srgbClr val="FFFFFF"/>
                        </a:solidFill>
                        <a:latin typeface="Helvetica Neue Light"/>
                        <a:ea typeface="Helvetica Neue Light"/>
                        <a:cs typeface="Helvetica Neue Light"/>
                        <a:sym typeface="Helvetica Neue Light"/>
                      </a:endParaRPr>
                    </a:p>
                  </a:txBody>
                  <a:tcPr marL="25900" marR="25900" marT="25900" marB="25900" anchor="ctr">
                    <a:lnL w="9525" cap="flat" cmpd="sng">
                      <a:solidFill>
                        <a:srgbClr val="6D38F5">
                          <a:alpha val="0"/>
                        </a:srgbClr>
                      </a:solidFill>
                      <a:prstDash val="dash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6D38F5">
                          <a:alpha val="0"/>
                        </a:srgbClr>
                      </a:solidFill>
                      <a:prstDash val="dash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1"/>
                      </a:solidFill>
                      <a:prstDash val="dot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6D38F5">
                          <a:alpha val="0"/>
                        </a:srgbClr>
                      </a:solidFill>
                      <a:prstDash val="dash"/>
                      <a:round/>
                      <a:headEnd type="none" w="sm" len="sm"/>
                      <a:tailEnd type="none" w="sm" len="sm"/>
                    </a:lnB>
                    <a:solidFill>
                      <a:srgbClr val="000000">
                        <a:alpha val="5098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endParaRPr sz="2000" u="none" strike="noStrike" cap="none">
                        <a:solidFill>
                          <a:srgbClr val="FFFFFF"/>
                        </a:solidFill>
                        <a:latin typeface="Helvetica Neue Light"/>
                        <a:ea typeface="Helvetica Neue Light"/>
                        <a:cs typeface="Helvetica Neue Light"/>
                        <a:sym typeface="Helvetica Neue Light"/>
                      </a:endParaRPr>
                    </a:p>
                  </a:txBody>
                  <a:tcPr marL="25900" marR="25900" marT="25900" marB="25900" anchor="ctr">
                    <a:lnL w="9525" cap="flat" cmpd="sng">
                      <a:solidFill>
                        <a:srgbClr val="6D38F5">
                          <a:alpha val="0"/>
                        </a:srgbClr>
                      </a:solidFill>
                      <a:prstDash val="dash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6D38F5">
                          <a:alpha val="0"/>
                        </a:srgbClr>
                      </a:solidFill>
                      <a:prstDash val="dash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1"/>
                      </a:solidFill>
                      <a:prstDash val="dot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6D38F5">
                          <a:alpha val="0"/>
                        </a:srgbClr>
                      </a:solidFill>
                      <a:prstDash val="dash"/>
                      <a:round/>
                      <a:headEnd type="none" w="sm" len="sm"/>
                      <a:tailEnd type="none" w="sm" len="sm"/>
                    </a:lnB>
                    <a:solidFill>
                      <a:srgbClr val="6BA8D7">
                        <a:alpha val="10196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endParaRPr sz="2000" u="none" strike="noStrike" cap="none">
                        <a:solidFill>
                          <a:srgbClr val="FFFFFF"/>
                        </a:solidFill>
                        <a:latin typeface="Helvetica Neue Light"/>
                        <a:ea typeface="Helvetica Neue Light"/>
                        <a:cs typeface="Helvetica Neue Light"/>
                        <a:sym typeface="Helvetica Neue Light"/>
                      </a:endParaRPr>
                    </a:p>
                  </a:txBody>
                  <a:tcPr marL="25900" marR="25900" marT="25900" marB="25900" anchor="ctr">
                    <a:lnL w="9525" cap="flat" cmpd="sng">
                      <a:solidFill>
                        <a:srgbClr val="6D38F5">
                          <a:alpha val="0"/>
                        </a:srgbClr>
                      </a:solidFill>
                      <a:prstDash val="dash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6D38F5">
                          <a:alpha val="0"/>
                        </a:srgbClr>
                      </a:solidFill>
                      <a:prstDash val="dash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1"/>
                      </a:solidFill>
                      <a:prstDash val="dot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6D38F5">
                          <a:alpha val="0"/>
                        </a:srgbClr>
                      </a:solidFill>
                      <a:prstDash val="dash"/>
                      <a:round/>
                      <a:headEnd type="none" w="sm" len="sm"/>
                      <a:tailEnd type="none" w="sm" len="sm"/>
                    </a:lnB>
                    <a:solidFill>
                      <a:srgbClr val="000000">
                        <a:alpha val="5098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Arial"/>
                        <a:buNone/>
                      </a:pPr>
                      <a:endParaRPr sz="2000" u="none" strike="noStrike" cap="none" dirty="0">
                        <a:solidFill>
                          <a:srgbClr val="FFFFFF"/>
                        </a:solidFill>
                        <a:latin typeface="Helvetica Neue Light"/>
                        <a:ea typeface="Helvetica Neue Light"/>
                        <a:cs typeface="Helvetica Neue Light"/>
                        <a:sym typeface="Helvetica Neue Light"/>
                      </a:endParaRPr>
                    </a:p>
                  </a:txBody>
                  <a:tcPr marL="25900" marR="25900" marT="25900" marB="25900" anchor="ctr">
                    <a:lnL w="9525" cap="flat" cmpd="sng">
                      <a:solidFill>
                        <a:srgbClr val="6D38F5">
                          <a:alpha val="0"/>
                        </a:srgbClr>
                      </a:solidFill>
                      <a:prstDash val="dash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6D38F5">
                          <a:alpha val="0"/>
                        </a:srgbClr>
                      </a:solidFill>
                      <a:prstDash val="dash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1"/>
                      </a:solidFill>
                      <a:prstDash val="dot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6D38F5">
                          <a:alpha val="0"/>
                        </a:srgbClr>
                      </a:solidFill>
                      <a:prstDash val="dash"/>
                      <a:round/>
                      <a:headEnd type="none" w="sm" len="sm"/>
                      <a:tailEnd type="none" w="sm" len="sm"/>
                    </a:lnB>
                    <a:solidFill>
                      <a:srgbClr val="6BA8D7">
                        <a:alpha val="10196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  <p:txBody>
          <a:bodyPr/>
          <a:lstStyle/>
          <a:p>
            <a:endParaRPr lang="pt-BR"/>
          </a:p>
        </p:txBody>
      </p:sp>
      <p:grpSp>
        <p:nvGrpSpPr>
          <p:cNvPr id="3" name="Group 3"/>
          <p:cNvGrpSpPr/>
          <p:nvPr/>
        </p:nvGrpSpPr>
        <p:grpSpPr>
          <a:xfrm>
            <a:off x="1054056" y="8973912"/>
            <a:ext cx="1125112" cy="338404"/>
            <a:chOff x="0" y="0"/>
            <a:chExt cx="1500149" cy="451206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1500124" cy="451231"/>
            </a:xfrm>
            <a:custGeom>
              <a:avLst/>
              <a:gdLst/>
              <a:ahLst/>
              <a:cxnLst/>
              <a:rect l="l" t="t" r="r" b="b"/>
              <a:pathLst>
                <a:path w="1500124" h="451231">
                  <a:moveTo>
                    <a:pt x="0" y="0"/>
                  </a:moveTo>
                  <a:lnTo>
                    <a:pt x="1500124" y="0"/>
                  </a:lnTo>
                  <a:lnTo>
                    <a:pt x="1500124" y="451231"/>
                  </a:lnTo>
                  <a:lnTo>
                    <a:pt x="0" y="45123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r="-1" b="2"/>
              </a:stretch>
            </a:blipFill>
          </p:spPr>
          <p:txBody>
            <a:bodyPr/>
            <a:lstStyle/>
            <a:p>
              <a:endParaRPr lang="pt-BR"/>
            </a:p>
          </p:txBody>
        </p:sp>
      </p:grpSp>
      <p:grpSp>
        <p:nvGrpSpPr>
          <p:cNvPr id="5" name="Group 5"/>
          <p:cNvGrpSpPr/>
          <p:nvPr/>
        </p:nvGrpSpPr>
        <p:grpSpPr>
          <a:xfrm>
            <a:off x="1080002" y="4158596"/>
            <a:ext cx="4279802" cy="1969799"/>
            <a:chOff x="0" y="0"/>
            <a:chExt cx="5706402" cy="2626398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5706400" cy="2626400"/>
            </a:xfrm>
            <a:custGeom>
              <a:avLst/>
              <a:gdLst/>
              <a:ahLst/>
              <a:cxnLst/>
              <a:rect l="l" t="t" r="r" b="b"/>
              <a:pathLst>
                <a:path w="5706400" h="2626400">
                  <a:moveTo>
                    <a:pt x="0" y="0"/>
                  </a:moveTo>
                  <a:lnTo>
                    <a:pt x="5706400" y="0"/>
                  </a:lnTo>
                  <a:lnTo>
                    <a:pt x="5706400" y="2626400"/>
                  </a:lnTo>
                  <a:lnTo>
                    <a:pt x="0" y="2626400"/>
                  </a:lnTo>
                  <a:close/>
                </a:path>
              </a:pathLst>
            </a:custGeom>
            <a:blipFill>
              <a:blip r:embed="rId5">
                <a:alphaModFix amt="0"/>
              </a:blip>
              <a:stretch>
                <a:fillRect l="-9052" r="-9052"/>
              </a:stretch>
            </a:blipFill>
          </p:spPr>
          <p:txBody>
            <a:bodyPr/>
            <a:lstStyle/>
            <a:p>
              <a:endParaRPr lang="pt-BR"/>
            </a:p>
          </p:txBody>
        </p:sp>
        <p:sp>
          <p:nvSpPr>
            <p:cNvPr id="7" name="TextBox 7"/>
            <p:cNvSpPr txBox="1"/>
            <p:nvPr/>
          </p:nvSpPr>
          <p:spPr>
            <a:xfrm>
              <a:off x="0" y="-9525"/>
              <a:ext cx="5706402" cy="2635923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8640"/>
                </a:lnSpc>
              </a:pPr>
              <a:r>
                <a:rPr lang="en-US" sz="7200" b="1">
                  <a:solidFill>
                    <a:srgbClr val="6BA8D7"/>
                  </a:solidFill>
                  <a:latin typeface="Source Sans 3 Bold"/>
                  <a:ea typeface="Source Sans 3 Bold"/>
                  <a:cs typeface="Source Sans 3 Bold"/>
                  <a:sym typeface="Source Sans 3 Bold"/>
                </a:rPr>
                <a:t>Títulos</a:t>
              </a:r>
            </a:p>
          </p:txBody>
        </p:sp>
      </p:grp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  <p:txBody>
          <a:bodyPr/>
          <a:lstStyle/>
          <a:p>
            <a:endParaRPr lang="pt-BR"/>
          </a:p>
        </p:txBody>
      </p:sp>
      <p:grpSp>
        <p:nvGrpSpPr>
          <p:cNvPr id="3" name="Group 3"/>
          <p:cNvGrpSpPr/>
          <p:nvPr/>
        </p:nvGrpSpPr>
        <p:grpSpPr>
          <a:xfrm>
            <a:off x="1079983" y="8915009"/>
            <a:ext cx="1333605" cy="401183"/>
            <a:chOff x="0" y="0"/>
            <a:chExt cx="1778140" cy="534911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1778127" cy="534924"/>
            </a:xfrm>
            <a:custGeom>
              <a:avLst/>
              <a:gdLst/>
              <a:ahLst/>
              <a:cxnLst/>
              <a:rect l="l" t="t" r="r" b="b"/>
              <a:pathLst>
                <a:path w="1778127" h="534924">
                  <a:moveTo>
                    <a:pt x="0" y="0"/>
                  </a:moveTo>
                  <a:lnTo>
                    <a:pt x="1778127" y="0"/>
                  </a:lnTo>
                  <a:lnTo>
                    <a:pt x="1778127" y="534924"/>
                  </a:lnTo>
                  <a:lnTo>
                    <a:pt x="0" y="53492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b="2"/>
              </a:stretch>
            </a:blipFill>
          </p:spPr>
          <p:txBody>
            <a:bodyPr/>
            <a:lstStyle/>
            <a:p>
              <a:endParaRPr lang="pt-BR"/>
            </a:p>
          </p:txBody>
        </p:sp>
      </p:grpSp>
      <p:grpSp>
        <p:nvGrpSpPr>
          <p:cNvPr id="5" name="Group 5"/>
          <p:cNvGrpSpPr/>
          <p:nvPr/>
        </p:nvGrpSpPr>
        <p:grpSpPr>
          <a:xfrm>
            <a:off x="2747696" y="2915031"/>
            <a:ext cx="621001" cy="3604803"/>
            <a:chOff x="0" y="0"/>
            <a:chExt cx="828002" cy="4806404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828040" cy="4806442"/>
            </a:xfrm>
            <a:custGeom>
              <a:avLst/>
              <a:gdLst/>
              <a:ahLst/>
              <a:cxnLst/>
              <a:rect l="l" t="t" r="r" b="b"/>
              <a:pathLst>
                <a:path w="828040" h="4806442">
                  <a:moveTo>
                    <a:pt x="0" y="414020"/>
                  </a:moveTo>
                  <a:cubicBezTo>
                    <a:pt x="0" y="185293"/>
                    <a:pt x="185293" y="0"/>
                    <a:pt x="414020" y="0"/>
                  </a:cubicBezTo>
                  <a:cubicBezTo>
                    <a:pt x="642747" y="0"/>
                    <a:pt x="828040" y="185293"/>
                    <a:pt x="828040" y="414020"/>
                  </a:cubicBezTo>
                  <a:lnTo>
                    <a:pt x="828040" y="4392422"/>
                  </a:lnTo>
                  <a:cubicBezTo>
                    <a:pt x="828040" y="4621022"/>
                    <a:pt x="642747" y="4806442"/>
                    <a:pt x="414020" y="4806442"/>
                  </a:cubicBezTo>
                  <a:cubicBezTo>
                    <a:pt x="185293" y="4806442"/>
                    <a:pt x="0" y="4621022"/>
                    <a:pt x="0" y="4392422"/>
                  </a:cubicBezTo>
                  <a:close/>
                </a:path>
              </a:pathLst>
            </a:custGeom>
            <a:solidFill>
              <a:srgbClr val="6BA8D7">
                <a:alpha val="9020"/>
              </a:srgbClr>
            </a:solidFill>
          </p:spPr>
          <p:txBody>
            <a:bodyPr/>
            <a:lstStyle/>
            <a:p>
              <a:endParaRPr lang="pt-BR"/>
            </a:p>
          </p:txBody>
        </p:sp>
      </p:grpSp>
      <p:grpSp>
        <p:nvGrpSpPr>
          <p:cNvPr id="7" name="Group 7"/>
          <p:cNvGrpSpPr/>
          <p:nvPr/>
        </p:nvGrpSpPr>
        <p:grpSpPr>
          <a:xfrm>
            <a:off x="4076357" y="2915031"/>
            <a:ext cx="621001" cy="3604803"/>
            <a:chOff x="0" y="0"/>
            <a:chExt cx="828002" cy="4806404"/>
          </a:xfrm>
        </p:grpSpPr>
        <p:sp>
          <p:nvSpPr>
            <p:cNvPr id="8" name="Freeform 8"/>
            <p:cNvSpPr/>
            <p:nvPr/>
          </p:nvSpPr>
          <p:spPr>
            <a:xfrm>
              <a:off x="0" y="0"/>
              <a:ext cx="828040" cy="4806442"/>
            </a:xfrm>
            <a:custGeom>
              <a:avLst/>
              <a:gdLst/>
              <a:ahLst/>
              <a:cxnLst/>
              <a:rect l="l" t="t" r="r" b="b"/>
              <a:pathLst>
                <a:path w="828040" h="4806442">
                  <a:moveTo>
                    <a:pt x="0" y="414020"/>
                  </a:moveTo>
                  <a:cubicBezTo>
                    <a:pt x="0" y="185293"/>
                    <a:pt x="185293" y="0"/>
                    <a:pt x="414020" y="0"/>
                  </a:cubicBezTo>
                  <a:cubicBezTo>
                    <a:pt x="642747" y="0"/>
                    <a:pt x="828040" y="185293"/>
                    <a:pt x="828040" y="414020"/>
                  </a:cubicBezTo>
                  <a:lnTo>
                    <a:pt x="828040" y="4392422"/>
                  </a:lnTo>
                  <a:cubicBezTo>
                    <a:pt x="828040" y="4621022"/>
                    <a:pt x="642747" y="4806442"/>
                    <a:pt x="414020" y="4806442"/>
                  </a:cubicBezTo>
                  <a:cubicBezTo>
                    <a:pt x="185293" y="4806442"/>
                    <a:pt x="0" y="4621022"/>
                    <a:pt x="0" y="4392422"/>
                  </a:cubicBezTo>
                  <a:close/>
                </a:path>
              </a:pathLst>
            </a:custGeom>
            <a:solidFill>
              <a:srgbClr val="6BA8D7">
                <a:alpha val="9020"/>
              </a:srgbClr>
            </a:solidFill>
          </p:spPr>
          <p:txBody>
            <a:bodyPr/>
            <a:lstStyle/>
            <a:p>
              <a:endParaRPr lang="pt-BR"/>
            </a:p>
          </p:txBody>
        </p:sp>
      </p:grpSp>
      <p:grpSp>
        <p:nvGrpSpPr>
          <p:cNvPr id="9" name="Group 9"/>
          <p:cNvGrpSpPr/>
          <p:nvPr/>
        </p:nvGrpSpPr>
        <p:grpSpPr>
          <a:xfrm>
            <a:off x="5404971" y="2915031"/>
            <a:ext cx="621001" cy="3604803"/>
            <a:chOff x="0" y="0"/>
            <a:chExt cx="828002" cy="4806404"/>
          </a:xfrm>
        </p:grpSpPr>
        <p:sp>
          <p:nvSpPr>
            <p:cNvPr id="10" name="Freeform 10"/>
            <p:cNvSpPr/>
            <p:nvPr/>
          </p:nvSpPr>
          <p:spPr>
            <a:xfrm>
              <a:off x="0" y="0"/>
              <a:ext cx="828040" cy="4806442"/>
            </a:xfrm>
            <a:custGeom>
              <a:avLst/>
              <a:gdLst/>
              <a:ahLst/>
              <a:cxnLst/>
              <a:rect l="l" t="t" r="r" b="b"/>
              <a:pathLst>
                <a:path w="828040" h="4806442">
                  <a:moveTo>
                    <a:pt x="0" y="414020"/>
                  </a:moveTo>
                  <a:cubicBezTo>
                    <a:pt x="0" y="185293"/>
                    <a:pt x="185293" y="0"/>
                    <a:pt x="414020" y="0"/>
                  </a:cubicBezTo>
                  <a:cubicBezTo>
                    <a:pt x="642747" y="0"/>
                    <a:pt x="828040" y="185293"/>
                    <a:pt x="828040" y="414020"/>
                  </a:cubicBezTo>
                  <a:lnTo>
                    <a:pt x="828040" y="4392422"/>
                  </a:lnTo>
                  <a:cubicBezTo>
                    <a:pt x="828040" y="4621022"/>
                    <a:pt x="642747" y="4806442"/>
                    <a:pt x="414020" y="4806442"/>
                  </a:cubicBezTo>
                  <a:cubicBezTo>
                    <a:pt x="185293" y="4806442"/>
                    <a:pt x="0" y="4621022"/>
                    <a:pt x="0" y="4392422"/>
                  </a:cubicBezTo>
                  <a:close/>
                </a:path>
              </a:pathLst>
            </a:custGeom>
            <a:solidFill>
              <a:srgbClr val="6BA8D7">
                <a:alpha val="9020"/>
              </a:srgbClr>
            </a:solidFill>
          </p:spPr>
          <p:txBody>
            <a:bodyPr/>
            <a:lstStyle/>
            <a:p>
              <a:endParaRPr lang="pt-BR"/>
            </a:p>
          </p:txBody>
        </p:sp>
      </p:grpSp>
      <p:grpSp>
        <p:nvGrpSpPr>
          <p:cNvPr id="11" name="Group 11"/>
          <p:cNvGrpSpPr/>
          <p:nvPr/>
        </p:nvGrpSpPr>
        <p:grpSpPr>
          <a:xfrm>
            <a:off x="6733623" y="2915031"/>
            <a:ext cx="621001" cy="3604803"/>
            <a:chOff x="0" y="0"/>
            <a:chExt cx="828002" cy="4806404"/>
          </a:xfrm>
        </p:grpSpPr>
        <p:sp>
          <p:nvSpPr>
            <p:cNvPr id="12" name="Freeform 12"/>
            <p:cNvSpPr/>
            <p:nvPr/>
          </p:nvSpPr>
          <p:spPr>
            <a:xfrm>
              <a:off x="0" y="0"/>
              <a:ext cx="828040" cy="4806442"/>
            </a:xfrm>
            <a:custGeom>
              <a:avLst/>
              <a:gdLst/>
              <a:ahLst/>
              <a:cxnLst/>
              <a:rect l="l" t="t" r="r" b="b"/>
              <a:pathLst>
                <a:path w="828040" h="4806442">
                  <a:moveTo>
                    <a:pt x="0" y="414020"/>
                  </a:moveTo>
                  <a:cubicBezTo>
                    <a:pt x="0" y="185293"/>
                    <a:pt x="185293" y="0"/>
                    <a:pt x="414020" y="0"/>
                  </a:cubicBezTo>
                  <a:cubicBezTo>
                    <a:pt x="642747" y="0"/>
                    <a:pt x="828040" y="185293"/>
                    <a:pt x="828040" y="414020"/>
                  </a:cubicBezTo>
                  <a:lnTo>
                    <a:pt x="828040" y="4392422"/>
                  </a:lnTo>
                  <a:cubicBezTo>
                    <a:pt x="828040" y="4621022"/>
                    <a:pt x="642747" y="4806442"/>
                    <a:pt x="414020" y="4806442"/>
                  </a:cubicBezTo>
                  <a:cubicBezTo>
                    <a:pt x="185293" y="4806442"/>
                    <a:pt x="0" y="4621022"/>
                    <a:pt x="0" y="4392422"/>
                  </a:cubicBezTo>
                  <a:close/>
                </a:path>
              </a:pathLst>
            </a:custGeom>
            <a:solidFill>
              <a:srgbClr val="6BA8D7">
                <a:alpha val="9020"/>
              </a:srgbClr>
            </a:solidFill>
          </p:spPr>
          <p:txBody>
            <a:bodyPr/>
            <a:lstStyle/>
            <a:p>
              <a:endParaRPr lang="pt-BR"/>
            </a:p>
          </p:txBody>
        </p:sp>
      </p:grpSp>
      <p:grpSp>
        <p:nvGrpSpPr>
          <p:cNvPr id="13" name="Group 13"/>
          <p:cNvGrpSpPr/>
          <p:nvPr/>
        </p:nvGrpSpPr>
        <p:grpSpPr>
          <a:xfrm>
            <a:off x="8062246" y="2915031"/>
            <a:ext cx="621001" cy="3604803"/>
            <a:chOff x="0" y="0"/>
            <a:chExt cx="828002" cy="4806404"/>
          </a:xfrm>
        </p:grpSpPr>
        <p:sp>
          <p:nvSpPr>
            <p:cNvPr id="14" name="Freeform 14"/>
            <p:cNvSpPr/>
            <p:nvPr/>
          </p:nvSpPr>
          <p:spPr>
            <a:xfrm>
              <a:off x="0" y="0"/>
              <a:ext cx="828040" cy="4806442"/>
            </a:xfrm>
            <a:custGeom>
              <a:avLst/>
              <a:gdLst/>
              <a:ahLst/>
              <a:cxnLst/>
              <a:rect l="l" t="t" r="r" b="b"/>
              <a:pathLst>
                <a:path w="828040" h="4806442">
                  <a:moveTo>
                    <a:pt x="0" y="414020"/>
                  </a:moveTo>
                  <a:cubicBezTo>
                    <a:pt x="0" y="185293"/>
                    <a:pt x="185293" y="0"/>
                    <a:pt x="414020" y="0"/>
                  </a:cubicBezTo>
                  <a:cubicBezTo>
                    <a:pt x="642747" y="0"/>
                    <a:pt x="828040" y="185293"/>
                    <a:pt x="828040" y="414020"/>
                  </a:cubicBezTo>
                  <a:lnTo>
                    <a:pt x="828040" y="4392422"/>
                  </a:lnTo>
                  <a:cubicBezTo>
                    <a:pt x="828040" y="4621022"/>
                    <a:pt x="642747" y="4806442"/>
                    <a:pt x="414020" y="4806442"/>
                  </a:cubicBezTo>
                  <a:cubicBezTo>
                    <a:pt x="185293" y="4806442"/>
                    <a:pt x="0" y="4621022"/>
                    <a:pt x="0" y="4392422"/>
                  </a:cubicBezTo>
                  <a:close/>
                </a:path>
              </a:pathLst>
            </a:custGeom>
            <a:solidFill>
              <a:srgbClr val="6BA8D7">
                <a:alpha val="9020"/>
              </a:srgbClr>
            </a:solidFill>
          </p:spPr>
          <p:txBody>
            <a:bodyPr/>
            <a:lstStyle/>
            <a:p>
              <a:endParaRPr lang="pt-BR"/>
            </a:p>
          </p:txBody>
        </p:sp>
      </p:grpSp>
      <p:grpSp>
        <p:nvGrpSpPr>
          <p:cNvPr id="15" name="Group 15"/>
          <p:cNvGrpSpPr/>
          <p:nvPr/>
        </p:nvGrpSpPr>
        <p:grpSpPr>
          <a:xfrm>
            <a:off x="9390888" y="2915031"/>
            <a:ext cx="621001" cy="3604803"/>
            <a:chOff x="0" y="0"/>
            <a:chExt cx="828002" cy="4806404"/>
          </a:xfrm>
        </p:grpSpPr>
        <p:sp>
          <p:nvSpPr>
            <p:cNvPr id="16" name="Freeform 16"/>
            <p:cNvSpPr/>
            <p:nvPr/>
          </p:nvSpPr>
          <p:spPr>
            <a:xfrm>
              <a:off x="0" y="0"/>
              <a:ext cx="828040" cy="4806442"/>
            </a:xfrm>
            <a:custGeom>
              <a:avLst/>
              <a:gdLst/>
              <a:ahLst/>
              <a:cxnLst/>
              <a:rect l="l" t="t" r="r" b="b"/>
              <a:pathLst>
                <a:path w="828040" h="4806442">
                  <a:moveTo>
                    <a:pt x="0" y="414020"/>
                  </a:moveTo>
                  <a:cubicBezTo>
                    <a:pt x="0" y="185293"/>
                    <a:pt x="185293" y="0"/>
                    <a:pt x="414020" y="0"/>
                  </a:cubicBezTo>
                  <a:cubicBezTo>
                    <a:pt x="642747" y="0"/>
                    <a:pt x="828040" y="185293"/>
                    <a:pt x="828040" y="414020"/>
                  </a:cubicBezTo>
                  <a:lnTo>
                    <a:pt x="828040" y="4392422"/>
                  </a:lnTo>
                  <a:cubicBezTo>
                    <a:pt x="828040" y="4621022"/>
                    <a:pt x="642747" y="4806442"/>
                    <a:pt x="414020" y="4806442"/>
                  </a:cubicBezTo>
                  <a:cubicBezTo>
                    <a:pt x="185293" y="4806442"/>
                    <a:pt x="0" y="4621022"/>
                    <a:pt x="0" y="4392422"/>
                  </a:cubicBezTo>
                  <a:close/>
                </a:path>
              </a:pathLst>
            </a:custGeom>
            <a:solidFill>
              <a:srgbClr val="6BA8D7">
                <a:alpha val="9020"/>
              </a:srgbClr>
            </a:solidFill>
          </p:spPr>
          <p:txBody>
            <a:bodyPr/>
            <a:lstStyle/>
            <a:p>
              <a:endParaRPr lang="pt-BR"/>
            </a:p>
          </p:txBody>
        </p:sp>
      </p:grpSp>
      <p:sp>
        <p:nvSpPr>
          <p:cNvPr id="17" name="TextBox 17"/>
          <p:cNvSpPr txBox="1"/>
          <p:nvPr/>
        </p:nvSpPr>
        <p:spPr>
          <a:xfrm>
            <a:off x="1171404" y="1062228"/>
            <a:ext cx="4738954" cy="37395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920"/>
              </a:lnSpc>
            </a:pPr>
            <a:r>
              <a:rPr lang="en-US" sz="1600">
                <a:solidFill>
                  <a:srgbClr val="999999"/>
                </a:solidFill>
                <a:latin typeface="Source Sans 3"/>
                <a:ea typeface="Source Sans 3"/>
                <a:cs typeface="Source Sans 3"/>
                <a:sym typeface="Source Sans 3"/>
              </a:rPr>
              <a:t>SLIDES EXEMPLO</a:t>
            </a:r>
          </a:p>
        </p:txBody>
      </p:sp>
      <p:grpSp>
        <p:nvGrpSpPr>
          <p:cNvPr id="18" name="Group 18"/>
          <p:cNvGrpSpPr/>
          <p:nvPr/>
        </p:nvGrpSpPr>
        <p:grpSpPr>
          <a:xfrm>
            <a:off x="2747696" y="4263800"/>
            <a:ext cx="621001" cy="2256596"/>
            <a:chOff x="0" y="0"/>
            <a:chExt cx="828002" cy="3008795"/>
          </a:xfrm>
        </p:grpSpPr>
        <p:sp>
          <p:nvSpPr>
            <p:cNvPr id="19" name="Freeform 19"/>
            <p:cNvSpPr/>
            <p:nvPr/>
          </p:nvSpPr>
          <p:spPr>
            <a:xfrm>
              <a:off x="0" y="0"/>
              <a:ext cx="828040" cy="3008757"/>
            </a:xfrm>
            <a:custGeom>
              <a:avLst/>
              <a:gdLst/>
              <a:ahLst/>
              <a:cxnLst/>
              <a:rect l="l" t="t" r="r" b="b"/>
              <a:pathLst>
                <a:path w="828040" h="3008757">
                  <a:moveTo>
                    <a:pt x="0" y="414020"/>
                  </a:moveTo>
                  <a:cubicBezTo>
                    <a:pt x="0" y="185293"/>
                    <a:pt x="185293" y="0"/>
                    <a:pt x="414020" y="0"/>
                  </a:cubicBezTo>
                  <a:cubicBezTo>
                    <a:pt x="642747" y="0"/>
                    <a:pt x="828040" y="185293"/>
                    <a:pt x="828040" y="414020"/>
                  </a:cubicBezTo>
                  <a:lnTo>
                    <a:pt x="828040" y="2594737"/>
                  </a:lnTo>
                  <a:cubicBezTo>
                    <a:pt x="828040" y="2823337"/>
                    <a:pt x="642747" y="3008757"/>
                    <a:pt x="414020" y="3008757"/>
                  </a:cubicBezTo>
                  <a:cubicBezTo>
                    <a:pt x="185293" y="3008757"/>
                    <a:pt x="0" y="2823464"/>
                    <a:pt x="0" y="2594737"/>
                  </a:cubicBezTo>
                  <a:close/>
                </a:path>
              </a:pathLst>
            </a:custGeom>
            <a:solidFill>
              <a:srgbClr val="6BA8D7"/>
            </a:solidFill>
          </p:spPr>
          <p:txBody>
            <a:bodyPr/>
            <a:lstStyle/>
            <a:p>
              <a:endParaRPr lang="pt-BR"/>
            </a:p>
          </p:txBody>
        </p:sp>
      </p:grpSp>
      <p:grpSp>
        <p:nvGrpSpPr>
          <p:cNvPr id="20" name="Group 20"/>
          <p:cNvGrpSpPr/>
          <p:nvPr/>
        </p:nvGrpSpPr>
        <p:grpSpPr>
          <a:xfrm>
            <a:off x="4076357" y="3920452"/>
            <a:ext cx="621001" cy="2599201"/>
            <a:chOff x="0" y="0"/>
            <a:chExt cx="828002" cy="3465601"/>
          </a:xfrm>
        </p:grpSpPr>
        <p:sp>
          <p:nvSpPr>
            <p:cNvPr id="21" name="Freeform 21"/>
            <p:cNvSpPr/>
            <p:nvPr/>
          </p:nvSpPr>
          <p:spPr>
            <a:xfrm>
              <a:off x="0" y="0"/>
              <a:ext cx="828040" cy="3465576"/>
            </a:xfrm>
            <a:custGeom>
              <a:avLst/>
              <a:gdLst/>
              <a:ahLst/>
              <a:cxnLst/>
              <a:rect l="l" t="t" r="r" b="b"/>
              <a:pathLst>
                <a:path w="828040" h="3465576">
                  <a:moveTo>
                    <a:pt x="0" y="414020"/>
                  </a:moveTo>
                  <a:cubicBezTo>
                    <a:pt x="0" y="185293"/>
                    <a:pt x="185293" y="0"/>
                    <a:pt x="414020" y="0"/>
                  </a:cubicBezTo>
                  <a:cubicBezTo>
                    <a:pt x="642747" y="0"/>
                    <a:pt x="828040" y="185293"/>
                    <a:pt x="828040" y="414020"/>
                  </a:cubicBezTo>
                  <a:lnTo>
                    <a:pt x="828040" y="3051556"/>
                  </a:lnTo>
                  <a:cubicBezTo>
                    <a:pt x="828040" y="3280156"/>
                    <a:pt x="642747" y="3465576"/>
                    <a:pt x="414020" y="3465576"/>
                  </a:cubicBezTo>
                  <a:cubicBezTo>
                    <a:pt x="185293" y="3465576"/>
                    <a:pt x="0" y="3280283"/>
                    <a:pt x="0" y="3051556"/>
                  </a:cubicBezTo>
                  <a:close/>
                </a:path>
              </a:pathLst>
            </a:custGeom>
            <a:solidFill>
              <a:srgbClr val="6BA8D7"/>
            </a:solidFill>
          </p:spPr>
          <p:txBody>
            <a:bodyPr/>
            <a:lstStyle/>
            <a:p>
              <a:endParaRPr lang="pt-BR"/>
            </a:p>
          </p:txBody>
        </p:sp>
      </p:grpSp>
      <p:grpSp>
        <p:nvGrpSpPr>
          <p:cNvPr id="22" name="Group 22"/>
          <p:cNvGrpSpPr/>
          <p:nvPr/>
        </p:nvGrpSpPr>
        <p:grpSpPr>
          <a:xfrm>
            <a:off x="5404971" y="4585849"/>
            <a:ext cx="621001" cy="1934404"/>
            <a:chOff x="0" y="0"/>
            <a:chExt cx="828002" cy="2579205"/>
          </a:xfrm>
        </p:grpSpPr>
        <p:sp>
          <p:nvSpPr>
            <p:cNvPr id="23" name="Freeform 23"/>
            <p:cNvSpPr/>
            <p:nvPr/>
          </p:nvSpPr>
          <p:spPr>
            <a:xfrm>
              <a:off x="0" y="0"/>
              <a:ext cx="828040" cy="2579243"/>
            </a:xfrm>
            <a:custGeom>
              <a:avLst/>
              <a:gdLst/>
              <a:ahLst/>
              <a:cxnLst/>
              <a:rect l="l" t="t" r="r" b="b"/>
              <a:pathLst>
                <a:path w="828040" h="2579243">
                  <a:moveTo>
                    <a:pt x="0" y="414020"/>
                  </a:moveTo>
                  <a:cubicBezTo>
                    <a:pt x="0" y="185293"/>
                    <a:pt x="185293" y="0"/>
                    <a:pt x="414020" y="0"/>
                  </a:cubicBezTo>
                  <a:cubicBezTo>
                    <a:pt x="642747" y="0"/>
                    <a:pt x="828040" y="185293"/>
                    <a:pt x="828040" y="414020"/>
                  </a:cubicBezTo>
                  <a:lnTo>
                    <a:pt x="828040" y="2165223"/>
                  </a:lnTo>
                  <a:cubicBezTo>
                    <a:pt x="828040" y="2393823"/>
                    <a:pt x="642747" y="2579243"/>
                    <a:pt x="414020" y="2579243"/>
                  </a:cubicBezTo>
                  <a:cubicBezTo>
                    <a:pt x="185293" y="2579243"/>
                    <a:pt x="0" y="2393823"/>
                    <a:pt x="0" y="2165223"/>
                  </a:cubicBezTo>
                  <a:close/>
                </a:path>
              </a:pathLst>
            </a:custGeom>
            <a:solidFill>
              <a:srgbClr val="6BA8D7"/>
            </a:solidFill>
          </p:spPr>
          <p:txBody>
            <a:bodyPr/>
            <a:lstStyle/>
            <a:p>
              <a:endParaRPr lang="pt-BR"/>
            </a:p>
          </p:txBody>
        </p:sp>
      </p:grpSp>
      <p:grpSp>
        <p:nvGrpSpPr>
          <p:cNvPr id="24" name="Group 24"/>
          <p:cNvGrpSpPr/>
          <p:nvPr/>
        </p:nvGrpSpPr>
        <p:grpSpPr>
          <a:xfrm>
            <a:off x="6733623" y="3364611"/>
            <a:ext cx="621001" cy="3155404"/>
            <a:chOff x="0" y="0"/>
            <a:chExt cx="828002" cy="4207205"/>
          </a:xfrm>
        </p:grpSpPr>
        <p:sp>
          <p:nvSpPr>
            <p:cNvPr id="25" name="Freeform 25"/>
            <p:cNvSpPr/>
            <p:nvPr/>
          </p:nvSpPr>
          <p:spPr>
            <a:xfrm>
              <a:off x="0" y="0"/>
              <a:ext cx="828040" cy="4207256"/>
            </a:xfrm>
            <a:custGeom>
              <a:avLst/>
              <a:gdLst/>
              <a:ahLst/>
              <a:cxnLst/>
              <a:rect l="l" t="t" r="r" b="b"/>
              <a:pathLst>
                <a:path w="828040" h="4207256">
                  <a:moveTo>
                    <a:pt x="0" y="414020"/>
                  </a:moveTo>
                  <a:cubicBezTo>
                    <a:pt x="0" y="185293"/>
                    <a:pt x="185293" y="0"/>
                    <a:pt x="414020" y="0"/>
                  </a:cubicBezTo>
                  <a:cubicBezTo>
                    <a:pt x="642747" y="0"/>
                    <a:pt x="828040" y="185293"/>
                    <a:pt x="828040" y="414020"/>
                  </a:cubicBezTo>
                  <a:lnTo>
                    <a:pt x="828040" y="3793236"/>
                  </a:lnTo>
                  <a:cubicBezTo>
                    <a:pt x="828040" y="4021836"/>
                    <a:pt x="642747" y="4207256"/>
                    <a:pt x="414020" y="4207256"/>
                  </a:cubicBezTo>
                  <a:cubicBezTo>
                    <a:pt x="185293" y="4207256"/>
                    <a:pt x="0" y="4021836"/>
                    <a:pt x="0" y="3793236"/>
                  </a:cubicBezTo>
                  <a:close/>
                </a:path>
              </a:pathLst>
            </a:custGeom>
            <a:solidFill>
              <a:srgbClr val="6BA8D7"/>
            </a:solidFill>
          </p:spPr>
          <p:txBody>
            <a:bodyPr/>
            <a:lstStyle/>
            <a:p>
              <a:endParaRPr lang="pt-BR"/>
            </a:p>
          </p:txBody>
        </p:sp>
      </p:grpSp>
      <p:sp>
        <p:nvSpPr>
          <p:cNvPr id="26" name="TextBox 26"/>
          <p:cNvSpPr txBox="1"/>
          <p:nvPr/>
        </p:nvSpPr>
        <p:spPr>
          <a:xfrm>
            <a:off x="12744221" y="3292297"/>
            <a:ext cx="2985754" cy="279247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9120"/>
              </a:lnSpc>
            </a:pPr>
            <a:r>
              <a:rPr lang="en-US" sz="7600" b="1">
                <a:solidFill>
                  <a:srgbClr val="6BA8D7"/>
                </a:solidFill>
                <a:latin typeface="Source Sans 3 Bold"/>
                <a:ea typeface="Source Sans 3 Bold"/>
                <a:cs typeface="Source Sans 3 Bold"/>
                <a:sym typeface="Source Sans 3 Bold"/>
              </a:rPr>
              <a:t>Lorem</a:t>
            </a:r>
          </a:p>
          <a:p>
            <a:pPr algn="l">
              <a:lnSpc>
                <a:spcPts val="9120"/>
              </a:lnSpc>
            </a:pPr>
            <a:r>
              <a:rPr lang="en-US" sz="7600" b="1">
                <a:solidFill>
                  <a:srgbClr val="6BA8D7"/>
                </a:solidFill>
                <a:latin typeface="Source Sans 3 Bold"/>
                <a:ea typeface="Source Sans 3 Bold"/>
                <a:cs typeface="Source Sans 3 Bold"/>
                <a:sym typeface="Source Sans 3 Bold"/>
              </a:rPr>
              <a:t>Ipsum</a:t>
            </a:r>
          </a:p>
        </p:txBody>
      </p:sp>
      <p:grpSp>
        <p:nvGrpSpPr>
          <p:cNvPr id="27" name="Group 27"/>
          <p:cNvGrpSpPr/>
          <p:nvPr/>
        </p:nvGrpSpPr>
        <p:grpSpPr>
          <a:xfrm>
            <a:off x="8062246" y="4585849"/>
            <a:ext cx="621001" cy="1934404"/>
            <a:chOff x="0" y="0"/>
            <a:chExt cx="828002" cy="2579205"/>
          </a:xfrm>
        </p:grpSpPr>
        <p:sp>
          <p:nvSpPr>
            <p:cNvPr id="28" name="Freeform 28"/>
            <p:cNvSpPr/>
            <p:nvPr/>
          </p:nvSpPr>
          <p:spPr>
            <a:xfrm>
              <a:off x="0" y="0"/>
              <a:ext cx="828040" cy="2579243"/>
            </a:xfrm>
            <a:custGeom>
              <a:avLst/>
              <a:gdLst/>
              <a:ahLst/>
              <a:cxnLst/>
              <a:rect l="l" t="t" r="r" b="b"/>
              <a:pathLst>
                <a:path w="828040" h="2579243">
                  <a:moveTo>
                    <a:pt x="0" y="414020"/>
                  </a:moveTo>
                  <a:cubicBezTo>
                    <a:pt x="0" y="185293"/>
                    <a:pt x="185293" y="0"/>
                    <a:pt x="414020" y="0"/>
                  </a:cubicBezTo>
                  <a:cubicBezTo>
                    <a:pt x="642747" y="0"/>
                    <a:pt x="828040" y="185293"/>
                    <a:pt x="828040" y="414020"/>
                  </a:cubicBezTo>
                  <a:lnTo>
                    <a:pt x="828040" y="2165223"/>
                  </a:lnTo>
                  <a:cubicBezTo>
                    <a:pt x="828040" y="2393823"/>
                    <a:pt x="642747" y="2579243"/>
                    <a:pt x="414020" y="2579243"/>
                  </a:cubicBezTo>
                  <a:cubicBezTo>
                    <a:pt x="185293" y="2579243"/>
                    <a:pt x="0" y="2393823"/>
                    <a:pt x="0" y="2165223"/>
                  </a:cubicBezTo>
                  <a:close/>
                </a:path>
              </a:pathLst>
            </a:custGeom>
            <a:solidFill>
              <a:srgbClr val="6BA8D7"/>
            </a:solidFill>
          </p:spPr>
          <p:txBody>
            <a:bodyPr/>
            <a:lstStyle/>
            <a:p>
              <a:endParaRPr lang="pt-BR"/>
            </a:p>
          </p:txBody>
        </p:sp>
      </p:grpSp>
      <p:grpSp>
        <p:nvGrpSpPr>
          <p:cNvPr id="29" name="Group 29"/>
          <p:cNvGrpSpPr/>
          <p:nvPr/>
        </p:nvGrpSpPr>
        <p:grpSpPr>
          <a:xfrm>
            <a:off x="9390898" y="5679081"/>
            <a:ext cx="621001" cy="840600"/>
            <a:chOff x="0" y="0"/>
            <a:chExt cx="828002" cy="1120800"/>
          </a:xfrm>
        </p:grpSpPr>
        <p:sp>
          <p:nvSpPr>
            <p:cNvPr id="30" name="Freeform 30"/>
            <p:cNvSpPr/>
            <p:nvPr/>
          </p:nvSpPr>
          <p:spPr>
            <a:xfrm>
              <a:off x="0" y="0"/>
              <a:ext cx="828040" cy="1120775"/>
            </a:xfrm>
            <a:custGeom>
              <a:avLst/>
              <a:gdLst/>
              <a:ahLst/>
              <a:cxnLst/>
              <a:rect l="l" t="t" r="r" b="b"/>
              <a:pathLst>
                <a:path w="828040" h="1120775">
                  <a:moveTo>
                    <a:pt x="0" y="414020"/>
                  </a:moveTo>
                  <a:cubicBezTo>
                    <a:pt x="0" y="185293"/>
                    <a:pt x="185293" y="0"/>
                    <a:pt x="414020" y="0"/>
                  </a:cubicBezTo>
                  <a:cubicBezTo>
                    <a:pt x="642747" y="0"/>
                    <a:pt x="828040" y="185293"/>
                    <a:pt x="828040" y="414020"/>
                  </a:cubicBezTo>
                  <a:lnTo>
                    <a:pt x="828040" y="706755"/>
                  </a:lnTo>
                  <a:cubicBezTo>
                    <a:pt x="828040" y="935355"/>
                    <a:pt x="642747" y="1120775"/>
                    <a:pt x="414020" y="1120775"/>
                  </a:cubicBezTo>
                  <a:cubicBezTo>
                    <a:pt x="185293" y="1120775"/>
                    <a:pt x="0" y="935482"/>
                    <a:pt x="0" y="706755"/>
                  </a:cubicBezTo>
                  <a:close/>
                </a:path>
              </a:pathLst>
            </a:custGeom>
            <a:solidFill>
              <a:srgbClr val="6BA8D7"/>
            </a:solidFill>
          </p:spPr>
          <p:txBody>
            <a:bodyPr/>
            <a:lstStyle/>
            <a:p>
              <a:endParaRPr lang="pt-BR"/>
            </a:p>
          </p:txBody>
        </p:sp>
      </p:grpSp>
      <p:grpSp>
        <p:nvGrpSpPr>
          <p:cNvPr id="31" name="Group 31"/>
          <p:cNvGrpSpPr/>
          <p:nvPr/>
        </p:nvGrpSpPr>
        <p:grpSpPr>
          <a:xfrm>
            <a:off x="2466604" y="6694551"/>
            <a:ext cx="1183196" cy="677399"/>
            <a:chOff x="0" y="0"/>
            <a:chExt cx="1577594" cy="903199"/>
          </a:xfrm>
        </p:grpSpPr>
        <p:sp>
          <p:nvSpPr>
            <p:cNvPr id="32" name="Freeform 32"/>
            <p:cNvSpPr/>
            <p:nvPr/>
          </p:nvSpPr>
          <p:spPr>
            <a:xfrm>
              <a:off x="0" y="0"/>
              <a:ext cx="1577600" cy="903200"/>
            </a:xfrm>
            <a:custGeom>
              <a:avLst/>
              <a:gdLst/>
              <a:ahLst/>
              <a:cxnLst/>
              <a:rect l="l" t="t" r="r" b="b"/>
              <a:pathLst>
                <a:path w="1577600" h="903200">
                  <a:moveTo>
                    <a:pt x="0" y="0"/>
                  </a:moveTo>
                  <a:lnTo>
                    <a:pt x="1577600" y="0"/>
                  </a:lnTo>
                  <a:lnTo>
                    <a:pt x="1577600" y="903200"/>
                  </a:lnTo>
                  <a:lnTo>
                    <a:pt x="0" y="903200"/>
                  </a:lnTo>
                  <a:close/>
                </a:path>
              </a:pathLst>
            </a:custGeom>
            <a:blipFill>
              <a:blip r:embed="rId5">
                <a:alphaModFix amt="0"/>
              </a:blip>
              <a:stretch>
                <a:fillRect l="-23455" r="-23455"/>
              </a:stretch>
            </a:blipFill>
          </p:spPr>
          <p:txBody>
            <a:bodyPr/>
            <a:lstStyle/>
            <a:p>
              <a:endParaRPr lang="pt-BR"/>
            </a:p>
          </p:txBody>
        </p:sp>
        <p:sp>
          <p:nvSpPr>
            <p:cNvPr id="33" name="TextBox 33"/>
            <p:cNvSpPr txBox="1"/>
            <p:nvPr/>
          </p:nvSpPr>
          <p:spPr>
            <a:xfrm>
              <a:off x="0" y="0"/>
              <a:ext cx="1577594" cy="903199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2879"/>
                </a:lnSpc>
              </a:pPr>
              <a:r>
                <a:rPr lang="en-US" sz="2400">
                  <a:solidFill>
                    <a:srgbClr val="FFFFFF"/>
                  </a:solidFill>
                  <a:latin typeface="Source Sans 3"/>
                  <a:ea typeface="Source Sans 3"/>
                  <a:cs typeface="Source Sans 3"/>
                  <a:sym typeface="Source Sans 3"/>
                </a:rPr>
                <a:t>54%</a:t>
              </a:r>
            </a:p>
          </p:txBody>
        </p:sp>
      </p:grpSp>
      <p:grpSp>
        <p:nvGrpSpPr>
          <p:cNvPr id="34" name="Group 34"/>
          <p:cNvGrpSpPr/>
          <p:nvPr/>
        </p:nvGrpSpPr>
        <p:grpSpPr>
          <a:xfrm>
            <a:off x="3795246" y="6694551"/>
            <a:ext cx="1183196" cy="677399"/>
            <a:chOff x="0" y="0"/>
            <a:chExt cx="1577594" cy="903199"/>
          </a:xfrm>
        </p:grpSpPr>
        <p:sp>
          <p:nvSpPr>
            <p:cNvPr id="35" name="Freeform 35"/>
            <p:cNvSpPr/>
            <p:nvPr/>
          </p:nvSpPr>
          <p:spPr>
            <a:xfrm>
              <a:off x="0" y="0"/>
              <a:ext cx="1577600" cy="903200"/>
            </a:xfrm>
            <a:custGeom>
              <a:avLst/>
              <a:gdLst/>
              <a:ahLst/>
              <a:cxnLst/>
              <a:rect l="l" t="t" r="r" b="b"/>
              <a:pathLst>
                <a:path w="1577600" h="903200">
                  <a:moveTo>
                    <a:pt x="0" y="0"/>
                  </a:moveTo>
                  <a:lnTo>
                    <a:pt x="1577600" y="0"/>
                  </a:lnTo>
                  <a:lnTo>
                    <a:pt x="1577600" y="903200"/>
                  </a:lnTo>
                  <a:lnTo>
                    <a:pt x="0" y="903200"/>
                  </a:lnTo>
                  <a:close/>
                </a:path>
              </a:pathLst>
            </a:custGeom>
            <a:blipFill>
              <a:blip r:embed="rId5">
                <a:alphaModFix amt="0"/>
              </a:blip>
              <a:stretch>
                <a:fillRect l="-23455" r="-23455"/>
              </a:stretch>
            </a:blipFill>
          </p:spPr>
          <p:txBody>
            <a:bodyPr/>
            <a:lstStyle/>
            <a:p>
              <a:endParaRPr lang="pt-BR"/>
            </a:p>
          </p:txBody>
        </p:sp>
        <p:sp>
          <p:nvSpPr>
            <p:cNvPr id="36" name="TextBox 36"/>
            <p:cNvSpPr txBox="1"/>
            <p:nvPr/>
          </p:nvSpPr>
          <p:spPr>
            <a:xfrm>
              <a:off x="0" y="0"/>
              <a:ext cx="1577594" cy="903199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2879"/>
                </a:lnSpc>
              </a:pPr>
              <a:r>
                <a:rPr lang="en-US" sz="2400">
                  <a:solidFill>
                    <a:srgbClr val="FFFFFF"/>
                  </a:solidFill>
                  <a:latin typeface="Source Sans 3"/>
                  <a:ea typeface="Source Sans 3"/>
                  <a:cs typeface="Source Sans 3"/>
                  <a:sym typeface="Source Sans 3"/>
                </a:rPr>
                <a:t>60%</a:t>
              </a:r>
            </a:p>
          </p:txBody>
        </p:sp>
      </p:grpSp>
      <p:grpSp>
        <p:nvGrpSpPr>
          <p:cNvPr id="37" name="Group 37"/>
          <p:cNvGrpSpPr/>
          <p:nvPr/>
        </p:nvGrpSpPr>
        <p:grpSpPr>
          <a:xfrm>
            <a:off x="5123898" y="6694551"/>
            <a:ext cx="1183196" cy="677399"/>
            <a:chOff x="0" y="0"/>
            <a:chExt cx="1577594" cy="903199"/>
          </a:xfrm>
        </p:grpSpPr>
        <p:sp>
          <p:nvSpPr>
            <p:cNvPr id="38" name="Freeform 38"/>
            <p:cNvSpPr/>
            <p:nvPr/>
          </p:nvSpPr>
          <p:spPr>
            <a:xfrm>
              <a:off x="0" y="0"/>
              <a:ext cx="1577600" cy="903200"/>
            </a:xfrm>
            <a:custGeom>
              <a:avLst/>
              <a:gdLst/>
              <a:ahLst/>
              <a:cxnLst/>
              <a:rect l="l" t="t" r="r" b="b"/>
              <a:pathLst>
                <a:path w="1577600" h="903200">
                  <a:moveTo>
                    <a:pt x="0" y="0"/>
                  </a:moveTo>
                  <a:lnTo>
                    <a:pt x="1577600" y="0"/>
                  </a:lnTo>
                  <a:lnTo>
                    <a:pt x="1577600" y="903200"/>
                  </a:lnTo>
                  <a:lnTo>
                    <a:pt x="0" y="903200"/>
                  </a:lnTo>
                  <a:close/>
                </a:path>
              </a:pathLst>
            </a:custGeom>
            <a:blipFill>
              <a:blip r:embed="rId5">
                <a:alphaModFix amt="0"/>
              </a:blip>
              <a:stretch>
                <a:fillRect l="-23455" r="-23455"/>
              </a:stretch>
            </a:blipFill>
          </p:spPr>
          <p:txBody>
            <a:bodyPr/>
            <a:lstStyle/>
            <a:p>
              <a:endParaRPr lang="pt-BR"/>
            </a:p>
          </p:txBody>
        </p:sp>
        <p:sp>
          <p:nvSpPr>
            <p:cNvPr id="39" name="TextBox 39"/>
            <p:cNvSpPr txBox="1"/>
            <p:nvPr/>
          </p:nvSpPr>
          <p:spPr>
            <a:xfrm>
              <a:off x="0" y="0"/>
              <a:ext cx="1577594" cy="903199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2879"/>
                </a:lnSpc>
              </a:pPr>
              <a:r>
                <a:rPr lang="en-US" sz="2400">
                  <a:solidFill>
                    <a:srgbClr val="FFFFFF"/>
                  </a:solidFill>
                  <a:latin typeface="Source Sans 3"/>
                  <a:ea typeface="Source Sans 3"/>
                  <a:cs typeface="Source Sans 3"/>
                  <a:sym typeface="Source Sans 3"/>
                </a:rPr>
                <a:t>40%</a:t>
              </a:r>
            </a:p>
          </p:txBody>
        </p:sp>
      </p:grpSp>
      <p:grpSp>
        <p:nvGrpSpPr>
          <p:cNvPr id="40" name="Group 40"/>
          <p:cNvGrpSpPr/>
          <p:nvPr/>
        </p:nvGrpSpPr>
        <p:grpSpPr>
          <a:xfrm>
            <a:off x="6452549" y="6694551"/>
            <a:ext cx="1183196" cy="677399"/>
            <a:chOff x="0" y="0"/>
            <a:chExt cx="1577594" cy="903199"/>
          </a:xfrm>
        </p:grpSpPr>
        <p:sp>
          <p:nvSpPr>
            <p:cNvPr id="41" name="Freeform 41"/>
            <p:cNvSpPr/>
            <p:nvPr/>
          </p:nvSpPr>
          <p:spPr>
            <a:xfrm>
              <a:off x="0" y="0"/>
              <a:ext cx="1577600" cy="903200"/>
            </a:xfrm>
            <a:custGeom>
              <a:avLst/>
              <a:gdLst/>
              <a:ahLst/>
              <a:cxnLst/>
              <a:rect l="l" t="t" r="r" b="b"/>
              <a:pathLst>
                <a:path w="1577600" h="903200">
                  <a:moveTo>
                    <a:pt x="0" y="0"/>
                  </a:moveTo>
                  <a:lnTo>
                    <a:pt x="1577600" y="0"/>
                  </a:lnTo>
                  <a:lnTo>
                    <a:pt x="1577600" y="903200"/>
                  </a:lnTo>
                  <a:lnTo>
                    <a:pt x="0" y="903200"/>
                  </a:lnTo>
                  <a:close/>
                </a:path>
              </a:pathLst>
            </a:custGeom>
            <a:blipFill>
              <a:blip r:embed="rId5">
                <a:alphaModFix amt="0"/>
              </a:blip>
              <a:stretch>
                <a:fillRect l="-23455" r="-23455"/>
              </a:stretch>
            </a:blipFill>
          </p:spPr>
          <p:txBody>
            <a:bodyPr/>
            <a:lstStyle/>
            <a:p>
              <a:endParaRPr lang="pt-BR"/>
            </a:p>
          </p:txBody>
        </p:sp>
        <p:sp>
          <p:nvSpPr>
            <p:cNvPr id="42" name="TextBox 42"/>
            <p:cNvSpPr txBox="1"/>
            <p:nvPr/>
          </p:nvSpPr>
          <p:spPr>
            <a:xfrm>
              <a:off x="0" y="0"/>
              <a:ext cx="1577594" cy="903199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2879"/>
                </a:lnSpc>
              </a:pPr>
              <a:r>
                <a:rPr lang="en-US" sz="2400">
                  <a:solidFill>
                    <a:srgbClr val="FFFFFF"/>
                  </a:solidFill>
                  <a:latin typeface="Source Sans 3"/>
                  <a:ea typeface="Source Sans 3"/>
                  <a:cs typeface="Source Sans 3"/>
                  <a:sym typeface="Source Sans 3"/>
                </a:rPr>
                <a:t>80%</a:t>
              </a:r>
            </a:p>
          </p:txBody>
        </p:sp>
      </p:grpSp>
      <p:grpSp>
        <p:nvGrpSpPr>
          <p:cNvPr id="43" name="Group 43"/>
          <p:cNvGrpSpPr/>
          <p:nvPr/>
        </p:nvGrpSpPr>
        <p:grpSpPr>
          <a:xfrm>
            <a:off x="7781201" y="6694551"/>
            <a:ext cx="1183196" cy="677399"/>
            <a:chOff x="0" y="0"/>
            <a:chExt cx="1577594" cy="903199"/>
          </a:xfrm>
        </p:grpSpPr>
        <p:sp>
          <p:nvSpPr>
            <p:cNvPr id="44" name="Freeform 44"/>
            <p:cNvSpPr/>
            <p:nvPr/>
          </p:nvSpPr>
          <p:spPr>
            <a:xfrm>
              <a:off x="0" y="0"/>
              <a:ext cx="1577600" cy="903200"/>
            </a:xfrm>
            <a:custGeom>
              <a:avLst/>
              <a:gdLst/>
              <a:ahLst/>
              <a:cxnLst/>
              <a:rect l="l" t="t" r="r" b="b"/>
              <a:pathLst>
                <a:path w="1577600" h="903200">
                  <a:moveTo>
                    <a:pt x="0" y="0"/>
                  </a:moveTo>
                  <a:lnTo>
                    <a:pt x="1577600" y="0"/>
                  </a:lnTo>
                  <a:lnTo>
                    <a:pt x="1577600" y="903200"/>
                  </a:lnTo>
                  <a:lnTo>
                    <a:pt x="0" y="903200"/>
                  </a:lnTo>
                  <a:close/>
                </a:path>
              </a:pathLst>
            </a:custGeom>
            <a:blipFill>
              <a:blip r:embed="rId5">
                <a:alphaModFix amt="0"/>
              </a:blip>
              <a:stretch>
                <a:fillRect l="-23455" r="-23455"/>
              </a:stretch>
            </a:blipFill>
          </p:spPr>
          <p:txBody>
            <a:bodyPr/>
            <a:lstStyle/>
            <a:p>
              <a:endParaRPr lang="pt-BR"/>
            </a:p>
          </p:txBody>
        </p:sp>
        <p:sp>
          <p:nvSpPr>
            <p:cNvPr id="45" name="TextBox 45"/>
            <p:cNvSpPr txBox="1"/>
            <p:nvPr/>
          </p:nvSpPr>
          <p:spPr>
            <a:xfrm>
              <a:off x="0" y="0"/>
              <a:ext cx="1577594" cy="903199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2879"/>
                </a:lnSpc>
              </a:pPr>
              <a:r>
                <a:rPr lang="en-US" sz="2400">
                  <a:solidFill>
                    <a:srgbClr val="FFFFFF"/>
                  </a:solidFill>
                  <a:latin typeface="Source Sans 3"/>
                  <a:ea typeface="Source Sans 3"/>
                  <a:cs typeface="Source Sans 3"/>
                  <a:sym typeface="Source Sans 3"/>
                </a:rPr>
                <a:t>48%</a:t>
              </a:r>
            </a:p>
          </p:txBody>
        </p:sp>
      </p:grpSp>
      <p:grpSp>
        <p:nvGrpSpPr>
          <p:cNvPr id="46" name="Group 46"/>
          <p:cNvGrpSpPr/>
          <p:nvPr/>
        </p:nvGrpSpPr>
        <p:grpSpPr>
          <a:xfrm>
            <a:off x="9109853" y="6694551"/>
            <a:ext cx="1183196" cy="677399"/>
            <a:chOff x="0" y="0"/>
            <a:chExt cx="1577594" cy="903199"/>
          </a:xfrm>
        </p:grpSpPr>
        <p:sp>
          <p:nvSpPr>
            <p:cNvPr id="47" name="Freeform 47"/>
            <p:cNvSpPr/>
            <p:nvPr/>
          </p:nvSpPr>
          <p:spPr>
            <a:xfrm>
              <a:off x="0" y="0"/>
              <a:ext cx="1577600" cy="903200"/>
            </a:xfrm>
            <a:custGeom>
              <a:avLst/>
              <a:gdLst/>
              <a:ahLst/>
              <a:cxnLst/>
              <a:rect l="l" t="t" r="r" b="b"/>
              <a:pathLst>
                <a:path w="1577600" h="903200">
                  <a:moveTo>
                    <a:pt x="0" y="0"/>
                  </a:moveTo>
                  <a:lnTo>
                    <a:pt x="1577600" y="0"/>
                  </a:lnTo>
                  <a:lnTo>
                    <a:pt x="1577600" y="903200"/>
                  </a:lnTo>
                  <a:lnTo>
                    <a:pt x="0" y="903200"/>
                  </a:lnTo>
                  <a:close/>
                </a:path>
              </a:pathLst>
            </a:custGeom>
            <a:blipFill>
              <a:blip r:embed="rId5">
                <a:alphaModFix amt="0"/>
              </a:blip>
              <a:stretch>
                <a:fillRect l="-23455" r="-23455"/>
              </a:stretch>
            </a:blipFill>
          </p:spPr>
          <p:txBody>
            <a:bodyPr/>
            <a:lstStyle/>
            <a:p>
              <a:endParaRPr lang="pt-BR"/>
            </a:p>
          </p:txBody>
        </p:sp>
        <p:sp>
          <p:nvSpPr>
            <p:cNvPr id="48" name="TextBox 48"/>
            <p:cNvSpPr txBox="1"/>
            <p:nvPr/>
          </p:nvSpPr>
          <p:spPr>
            <a:xfrm>
              <a:off x="0" y="0"/>
              <a:ext cx="1577594" cy="903199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2879"/>
                </a:lnSpc>
              </a:pPr>
              <a:r>
                <a:rPr lang="en-US" sz="2400" dirty="0">
                  <a:solidFill>
                    <a:srgbClr val="FFFFFF"/>
                  </a:solidFill>
                  <a:latin typeface="Source Sans 3"/>
                  <a:ea typeface="Source Sans 3"/>
                  <a:cs typeface="Source Sans 3"/>
                  <a:sym typeface="Source Sans 3"/>
                </a:rPr>
                <a:t>10%</a:t>
              </a:r>
            </a:p>
          </p:txBody>
        </p:sp>
      </p:grp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1079983" y="8977798"/>
            <a:ext cx="1125112" cy="338404"/>
            <a:chOff x="0" y="0"/>
            <a:chExt cx="1500149" cy="451206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1500124" cy="451231"/>
            </a:xfrm>
            <a:custGeom>
              <a:avLst/>
              <a:gdLst/>
              <a:ahLst/>
              <a:cxnLst/>
              <a:rect l="l" t="t" r="r" b="b"/>
              <a:pathLst>
                <a:path w="1500124" h="451231">
                  <a:moveTo>
                    <a:pt x="0" y="0"/>
                  </a:moveTo>
                  <a:lnTo>
                    <a:pt x="1500124" y="0"/>
                  </a:lnTo>
                  <a:lnTo>
                    <a:pt x="1500124" y="451231"/>
                  </a:lnTo>
                  <a:lnTo>
                    <a:pt x="0" y="45123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r="-1" b="2"/>
              </a:stretch>
            </a:blipFill>
          </p:spPr>
          <p:txBody>
            <a:bodyPr/>
            <a:lstStyle/>
            <a:p>
              <a:endParaRPr lang="pt-BR"/>
            </a:p>
          </p:txBody>
        </p:sp>
      </p:grpSp>
      <p:grpSp>
        <p:nvGrpSpPr>
          <p:cNvPr id="4" name="Group 4"/>
          <p:cNvGrpSpPr/>
          <p:nvPr/>
        </p:nvGrpSpPr>
        <p:grpSpPr>
          <a:xfrm>
            <a:off x="2747696" y="2915031"/>
            <a:ext cx="621001" cy="3604803"/>
            <a:chOff x="0" y="0"/>
            <a:chExt cx="828002" cy="4806404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828040" cy="4806442"/>
            </a:xfrm>
            <a:custGeom>
              <a:avLst/>
              <a:gdLst/>
              <a:ahLst/>
              <a:cxnLst/>
              <a:rect l="l" t="t" r="r" b="b"/>
              <a:pathLst>
                <a:path w="828040" h="4806442">
                  <a:moveTo>
                    <a:pt x="0" y="414020"/>
                  </a:moveTo>
                  <a:cubicBezTo>
                    <a:pt x="0" y="185293"/>
                    <a:pt x="185293" y="0"/>
                    <a:pt x="414020" y="0"/>
                  </a:cubicBezTo>
                  <a:cubicBezTo>
                    <a:pt x="642747" y="0"/>
                    <a:pt x="828040" y="185293"/>
                    <a:pt x="828040" y="414020"/>
                  </a:cubicBezTo>
                  <a:lnTo>
                    <a:pt x="828040" y="4392422"/>
                  </a:lnTo>
                  <a:cubicBezTo>
                    <a:pt x="828040" y="4621022"/>
                    <a:pt x="642747" y="4806442"/>
                    <a:pt x="414020" y="4806442"/>
                  </a:cubicBezTo>
                  <a:cubicBezTo>
                    <a:pt x="185293" y="4806442"/>
                    <a:pt x="0" y="4621022"/>
                    <a:pt x="0" y="4392422"/>
                  </a:cubicBezTo>
                  <a:close/>
                </a:path>
              </a:pathLst>
            </a:custGeom>
            <a:solidFill>
              <a:srgbClr val="F1F1F1"/>
            </a:solidFill>
          </p:spPr>
          <p:txBody>
            <a:bodyPr/>
            <a:lstStyle/>
            <a:p>
              <a:endParaRPr lang="pt-BR"/>
            </a:p>
          </p:txBody>
        </p:sp>
      </p:grpSp>
      <p:grpSp>
        <p:nvGrpSpPr>
          <p:cNvPr id="6" name="Group 6"/>
          <p:cNvGrpSpPr/>
          <p:nvPr/>
        </p:nvGrpSpPr>
        <p:grpSpPr>
          <a:xfrm>
            <a:off x="4076357" y="2915031"/>
            <a:ext cx="621001" cy="3604803"/>
            <a:chOff x="0" y="0"/>
            <a:chExt cx="828002" cy="4806404"/>
          </a:xfrm>
        </p:grpSpPr>
        <p:sp>
          <p:nvSpPr>
            <p:cNvPr id="7" name="Freeform 7"/>
            <p:cNvSpPr/>
            <p:nvPr/>
          </p:nvSpPr>
          <p:spPr>
            <a:xfrm>
              <a:off x="0" y="0"/>
              <a:ext cx="828040" cy="4806442"/>
            </a:xfrm>
            <a:custGeom>
              <a:avLst/>
              <a:gdLst/>
              <a:ahLst/>
              <a:cxnLst/>
              <a:rect l="l" t="t" r="r" b="b"/>
              <a:pathLst>
                <a:path w="828040" h="4806442">
                  <a:moveTo>
                    <a:pt x="0" y="414020"/>
                  </a:moveTo>
                  <a:cubicBezTo>
                    <a:pt x="0" y="185293"/>
                    <a:pt x="185293" y="0"/>
                    <a:pt x="414020" y="0"/>
                  </a:cubicBezTo>
                  <a:cubicBezTo>
                    <a:pt x="642747" y="0"/>
                    <a:pt x="828040" y="185293"/>
                    <a:pt x="828040" y="414020"/>
                  </a:cubicBezTo>
                  <a:lnTo>
                    <a:pt x="828040" y="4392422"/>
                  </a:lnTo>
                  <a:cubicBezTo>
                    <a:pt x="828040" y="4621022"/>
                    <a:pt x="642747" y="4806442"/>
                    <a:pt x="414020" y="4806442"/>
                  </a:cubicBezTo>
                  <a:cubicBezTo>
                    <a:pt x="185293" y="4806442"/>
                    <a:pt x="0" y="4621022"/>
                    <a:pt x="0" y="4392422"/>
                  </a:cubicBezTo>
                  <a:close/>
                </a:path>
              </a:pathLst>
            </a:custGeom>
            <a:solidFill>
              <a:srgbClr val="F1F1F1"/>
            </a:solidFill>
          </p:spPr>
          <p:txBody>
            <a:bodyPr/>
            <a:lstStyle/>
            <a:p>
              <a:endParaRPr lang="pt-BR"/>
            </a:p>
          </p:txBody>
        </p:sp>
      </p:grpSp>
      <p:grpSp>
        <p:nvGrpSpPr>
          <p:cNvPr id="8" name="Group 8"/>
          <p:cNvGrpSpPr/>
          <p:nvPr/>
        </p:nvGrpSpPr>
        <p:grpSpPr>
          <a:xfrm>
            <a:off x="5404971" y="2915031"/>
            <a:ext cx="621001" cy="3604803"/>
            <a:chOff x="0" y="0"/>
            <a:chExt cx="828002" cy="4806404"/>
          </a:xfrm>
        </p:grpSpPr>
        <p:sp>
          <p:nvSpPr>
            <p:cNvPr id="9" name="Freeform 9"/>
            <p:cNvSpPr/>
            <p:nvPr/>
          </p:nvSpPr>
          <p:spPr>
            <a:xfrm>
              <a:off x="0" y="0"/>
              <a:ext cx="828040" cy="4806442"/>
            </a:xfrm>
            <a:custGeom>
              <a:avLst/>
              <a:gdLst/>
              <a:ahLst/>
              <a:cxnLst/>
              <a:rect l="l" t="t" r="r" b="b"/>
              <a:pathLst>
                <a:path w="828040" h="4806442">
                  <a:moveTo>
                    <a:pt x="0" y="414020"/>
                  </a:moveTo>
                  <a:cubicBezTo>
                    <a:pt x="0" y="185293"/>
                    <a:pt x="185293" y="0"/>
                    <a:pt x="414020" y="0"/>
                  </a:cubicBezTo>
                  <a:cubicBezTo>
                    <a:pt x="642747" y="0"/>
                    <a:pt x="828040" y="185293"/>
                    <a:pt x="828040" y="414020"/>
                  </a:cubicBezTo>
                  <a:lnTo>
                    <a:pt x="828040" y="4392422"/>
                  </a:lnTo>
                  <a:cubicBezTo>
                    <a:pt x="828040" y="4621022"/>
                    <a:pt x="642747" y="4806442"/>
                    <a:pt x="414020" y="4806442"/>
                  </a:cubicBezTo>
                  <a:cubicBezTo>
                    <a:pt x="185293" y="4806442"/>
                    <a:pt x="0" y="4621022"/>
                    <a:pt x="0" y="4392422"/>
                  </a:cubicBezTo>
                  <a:close/>
                </a:path>
              </a:pathLst>
            </a:custGeom>
            <a:solidFill>
              <a:srgbClr val="F1F1F1"/>
            </a:solidFill>
          </p:spPr>
          <p:txBody>
            <a:bodyPr/>
            <a:lstStyle/>
            <a:p>
              <a:endParaRPr lang="pt-BR"/>
            </a:p>
          </p:txBody>
        </p:sp>
      </p:grpSp>
      <p:grpSp>
        <p:nvGrpSpPr>
          <p:cNvPr id="10" name="Group 10"/>
          <p:cNvGrpSpPr/>
          <p:nvPr/>
        </p:nvGrpSpPr>
        <p:grpSpPr>
          <a:xfrm>
            <a:off x="6733623" y="2915031"/>
            <a:ext cx="621001" cy="3604803"/>
            <a:chOff x="0" y="0"/>
            <a:chExt cx="828002" cy="4806404"/>
          </a:xfrm>
        </p:grpSpPr>
        <p:sp>
          <p:nvSpPr>
            <p:cNvPr id="11" name="Freeform 11"/>
            <p:cNvSpPr/>
            <p:nvPr/>
          </p:nvSpPr>
          <p:spPr>
            <a:xfrm>
              <a:off x="0" y="0"/>
              <a:ext cx="828040" cy="4806442"/>
            </a:xfrm>
            <a:custGeom>
              <a:avLst/>
              <a:gdLst/>
              <a:ahLst/>
              <a:cxnLst/>
              <a:rect l="l" t="t" r="r" b="b"/>
              <a:pathLst>
                <a:path w="828040" h="4806442">
                  <a:moveTo>
                    <a:pt x="0" y="414020"/>
                  </a:moveTo>
                  <a:cubicBezTo>
                    <a:pt x="0" y="185293"/>
                    <a:pt x="185293" y="0"/>
                    <a:pt x="414020" y="0"/>
                  </a:cubicBezTo>
                  <a:cubicBezTo>
                    <a:pt x="642747" y="0"/>
                    <a:pt x="828040" y="185293"/>
                    <a:pt x="828040" y="414020"/>
                  </a:cubicBezTo>
                  <a:lnTo>
                    <a:pt x="828040" y="4392422"/>
                  </a:lnTo>
                  <a:cubicBezTo>
                    <a:pt x="828040" y="4621022"/>
                    <a:pt x="642747" y="4806442"/>
                    <a:pt x="414020" y="4806442"/>
                  </a:cubicBezTo>
                  <a:cubicBezTo>
                    <a:pt x="185293" y="4806442"/>
                    <a:pt x="0" y="4621022"/>
                    <a:pt x="0" y="4392422"/>
                  </a:cubicBezTo>
                  <a:close/>
                </a:path>
              </a:pathLst>
            </a:custGeom>
            <a:solidFill>
              <a:srgbClr val="F1F1F1"/>
            </a:solidFill>
          </p:spPr>
          <p:txBody>
            <a:bodyPr/>
            <a:lstStyle/>
            <a:p>
              <a:endParaRPr lang="pt-BR"/>
            </a:p>
          </p:txBody>
        </p:sp>
      </p:grpSp>
      <p:grpSp>
        <p:nvGrpSpPr>
          <p:cNvPr id="12" name="Group 12"/>
          <p:cNvGrpSpPr/>
          <p:nvPr/>
        </p:nvGrpSpPr>
        <p:grpSpPr>
          <a:xfrm>
            <a:off x="8062246" y="2915031"/>
            <a:ext cx="621001" cy="3604803"/>
            <a:chOff x="0" y="0"/>
            <a:chExt cx="828002" cy="4806404"/>
          </a:xfrm>
        </p:grpSpPr>
        <p:sp>
          <p:nvSpPr>
            <p:cNvPr id="13" name="Freeform 13"/>
            <p:cNvSpPr/>
            <p:nvPr/>
          </p:nvSpPr>
          <p:spPr>
            <a:xfrm>
              <a:off x="0" y="0"/>
              <a:ext cx="828040" cy="4806442"/>
            </a:xfrm>
            <a:custGeom>
              <a:avLst/>
              <a:gdLst/>
              <a:ahLst/>
              <a:cxnLst/>
              <a:rect l="l" t="t" r="r" b="b"/>
              <a:pathLst>
                <a:path w="828040" h="4806442">
                  <a:moveTo>
                    <a:pt x="0" y="414020"/>
                  </a:moveTo>
                  <a:cubicBezTo>
                    <a:pt x="0" y="185293"/>
                    <a:pt x="185293" y="0"/>
                    <a:pt x="414020" y="0"/>
                  </a:cubicBezTo>
                  <a:cubicBezTo>
                    <a:pt x="642747" y="0"/>
                    <a:pt x="828040" y="185293"/>
                    <a:pt x="828040" y="414020"/>
                  </a:cubicBezTo>
                  <a:lnTo>
                    <a:pt x="828040" y="4392422"/>
                  </a:lnTo>
                  <a:cubicBezTo>
                    <a:pt x="828040" y="4621022"/>
                    <a:pt x="642747" y="4806442"/>
                    <a:pt x="414020" y="4806442"/>
                  </a:cubicBezTo>
                  <a:cubicBezTo>
                    <a:pt x="185293" y="4806442"/>
                    <a:pt x="0" y="4621022"/>
                    <a:pt x="0" y="4392422"/>
                  </a:cubicBezTo>
                  <a:close/>
                </a:path>
              </a:pathLst>
            </a:custGeom>
            <a:solidFill>
              <a:srgbClr val="F1F1F1"/>
            </a:solidFill>
          </p:spPr>
          <p:txBody>
            <a:bodyPr/>
            <a:lstStyle/>
            <a:p>
              <a:endParaRPr lang="pt-BR"/>
            </a:p>
          </p:txBody>
        </p:sp>
      </p:grpSp>
      <p:grpSp>
        <p:nvGrpSpPr>
          <p:cNvPr id="14" name="Group 14"/>
          <p:cNvGrpSpPr/>
          <p:nvPr/>
        </p:nvGrpSpPr>
        <p:grpSpPr>
          <a:xfrm>
            <a:off x="9390888" y="2915031"/>
            <a:ext cx="621001" cy="3604803"/>
            <a:chOff x="0" y="0"/>
            <a:chExt cx="828002" cy="4806404"/>
          </a:xfrm>
        </p:grpSpPr>
        <p:sp>
          <p:nvSpPr>
            <p:cNvPr id="15" name="Freeform 15"/>
            <p:cNvSpPr/>
            <p:nvPr/>
          </p:nvSpPr>
          <p:spPr>
            <a:xfrm>
              <a:off x="0" y="0"/>
              <a:ext cx="828040" cy="4806442"/>
            </a:xfrm>
            <a:custGeom>
              <a:avLst/>
              <a:gdLst/>
              <a:ahLst/>
              <a:cxnLst/>
              <a:rect l="l" t="t" r="r" b="b"/>
              <a:pathLst>
                <a:path w="828040" h="4806442">
                  <a:moveTo>
                    <a:pt x="0" y="414020"/>
                  </a:moveTo>
                  <a:cubicBezTo>
                    <a:pt x="0" y="185293"/>
                    <a:pt x="185293" y="0"/>
                    <a:pt x="414020" y="0"/>
                  </a:cubicBezTo>
                  <a:cubicBezTo>
                    <a:pt x="642747" y="0"/>
                    <a:pt x="828040" y="185293"/>
                    <a:pt x="828040" y="414020"/>
                  </a:cubicBezTo>
                  <a:lnTo>
                    <a:pt x="828040" y="4392422"/>
                  </a:lnTo>
                  <a:cubicBezTo>
                    <a:pt x="828040" y="4621022"/>
                    <a:pt x="642747" y="4806442"/>
                    <a:pt x="414020" y="4806442"/>
                  </a:cubicBezTo>
                  <a:cubicBezTo>
                    <a:pt x="185293" y="4806442"/>
                    <a:pt x="0" y="4621022"/>
                    <a:pt x="0" y="4392422"/>
                  </a:cubicBezTo>
                  <a:close/>
                </a:path>
              </a:pathLst>
            </a:custGeom>
            <a:solidFill>
              <a:srgbClr val="F1F1F1"/>
            </a:solidFill>
          </p:spPr>
          <p:txBody>
            <a:bodyPr/>
            <a:lstStyle/>
            <a:p>
              <a:endParaRPr lang="pt-BR"/>
            </a:p>
          </p:txBody>
        </p:sp>
      </p:grpSp>
      <p:grpSp>
        <p:nvGrpSpPr>
          <p:cNvPr id="16" name="Group 16"/>
          <p:cNvGrpSpPr/>
          <p:nvPr/>
        </p:nvGrpSpPr>
        <p:grpSpPr>
          <a:xfrm>
            <a:off x="2747696" y="4263800"/>
            <a:ext cx="621001" cy="2256596"/>
            <a:chOff x="0" y="0"/>
            <a:chExt cx="828002" cy="3008795"/>
          </a:xfrm>
        </p:grpSpPr>
        <p:sp>
          <p:nvSpPr>
            <p:cNvPr id="17" name="Freeform 17"/>
            <p:cNvSpPr/>
            <p:nvPr/>
          </p:nvSpPr>
          <p:spPr>
            <a:xfrm>
              <a:off x="0" y="0"/>
              <a:ext cx="828040" cy="3008757"/>
            </a:xfrm>
            <a:custGeom>
              <a:avLst/>
              <a:gdLst/>
              <a:ahLst/>
              <a:cxnLst/>
              <a:rect l="l" t="t" r="r" b="b"/>
              <a:pathLst>
                <a:path w="828040" h="3008757">
                  <a:moveTo>
                    <a:pt x="0" y="414020"/>
                  </a:moveTo>
                  <a:cubicBezTo>
                    <a:pt x="0" y="185293"/>
                    <a:pt x="185293" y="0"/>
                    <a:pt x="414020" y="0"/>
                  </a:cubicBezTo>
                  <a:cubicBezTo>
                    <a:pt x="642747" y="0"/>
                    <a:pt x="828040" y="185293"/>
                    <a:pt x="828040" y="414020"/>
                  </a:cubicBezTo>
                  <a:lnTo>
                    <a:pt x="828040" y="2594737"/>
                  </a:lnTo>
                  <a:cubicBezTo>
                    <a:pt x="828040" y="2823337"/>
                    <a:pt x="642747" y="3008757"/>
                    <a:pt x="414020" y="3008757"/>
                  </a:cubicBezTo>
                  <a:cubicBezTo>
                    <a:pt x="185293" y="3008757"/>
                    <a:pt x="0" y="2823464"/>
                    <a:pt x="0" y="2594737"/>
                  </a:cubicBezTo>
                  <a:close/>
                </a:path>
              </a:pathLst>
            </a:custGeom>
            <a:solidFill>
              <a:srgbClr val="BBBBBB"/>
            </a:solidFill>
          </p:spPr>
          <p:txBody>
            <a:bodyPr/>
            <a:lstStyle/>
            <a:p>
              <a:endParaRPr lang="pt-BR"/>
            </a:p>
          </p:txBody>
        </p:sp>
      </p:grpSp>
      <p:grpSp>
        <p:nvGrpSpPr>
          <p:cNvPr id="18" name="Group 18"/>
          <p:cNvGrpSpPr/>
          <p:nvPr/>
        </p:nvGrpSpPr>
        <p:grpSpPr>
          <a:xfrm>
            <a:off x="4076357" y="3920452"/>
            <a:ext cx="621001" cy="2599201"/>
            <a:chOff x="0" y="0"/>
            <a:chExt cx="828002" cy="3465601"/>
          </a:xfrm>
        </p:grpSpPr>
        <p:sp>
          <p:nvSpPr>
            <p:cNvPr id="19" name="Freeform 19"/>
            <p:cNvSpPr/>
            <p:nvPr/>
          </p:nvSpPr>
          <p:spPr>
            <a:xfrm>
              <a:off x="0" y="0"/>
              <a:ext cx="828040" cy="3465576"/>
            </a:xfrm>
            <a:custGeom>
              <a:avLst/>
              <a:gdLst/>
              <a:ahLst/>
              <a:cxnLst/>
              <a:rect l="l" t="t" r="r" b="b"/>
              <a:pathLst>
                <a:path w="828040" h="3465576">
                  <a:moveTo>
                    <a:pt x="0" y="414020"/>
                  </a:moveTo>
                  <a:cubicBezTo>
                    <a:pt x="0" y="185293"/>
                    <a:pt x="185293" y="0"/>
                    <a:pt x="414020" y="0"/>
                  </a:cubicBezTo>
                  <a:cubicBezTo>
                    <a:pt x="642747" y="0"/>
                    <a:pt x="828040" y="185293"/>
                    <a:pt x="828040" y="414020"/>
                  </a:cubicBezTo>
                  <a:lnTo>
                    <a:pt x="828040" y="3051556"/>
                  </a:lnTo>
                  <a:cubicBezTo>
                    <a:pt x="828040" y="3280156"/>
                    <a:pt x="642747" y="3465576"/>
                    <a:pt x="414020" y="3465576"/>
                  </a:cubicBezTo>
                  <a:cubicBezTo>
                    <a:pt x="185293" y="3465576"/>
                    <a:pt x="0" y="3280283"/>
                    <a:pt x="0" y="3051556"/>
                  </a:cubicBezTo>
                  <a:close/>
                </a:path>
              </a:pathLst>
            </a:custGeom>
            <a:solidFill>
              <a:srgbClr val="BBBBBB"/>
            </a:solidFill>
          </p:spPr>
          <p:txBody>
            <a:bodyPr/>
            <a:lstStyle/>
            <a:p>
              <a:endParaRPr lang="pt-BR"/>
            </a:p>
          </p:txBody>
        </p:sp>
      </p:grpSp>
      <p:grpSp>
        <p:nvGrpSpPr>
          <p:cNvPr id="20" name="Group 20"/>
          <p:cNvGrpSpPr/>
          <p:nvPr/>
        </p:nvGrpSpPr>
        <p:grpSpPr>
          <a:xfrm>
            <a:off x="5404971" y="4585849"/>
            <a:ext cx="621001" cy="1934404"/>
            <a:chOff x="0" y="0"/>
            <a:chExt cx="828002" cy="2579205"/>
          </a:xfrm>
        </p:grpSpPr>
        <p:sp>
          <p:nvSpPr>
            <p:cNvPr id="21" name="Freeform 21"/>
            <p:cNvSpPr/>
            <p:nvPr/>
          </p:nvSpPr>
          <p:spPr>
            <a:xfrm>
              <a:off x="0" y="0"/>
              <a:ext cx="828040" cy="2579243"/>
            </a:xfrm>
            <a:custGeom>
              <a:avLst/>
              <a:gdLst/>
              <a:ahLst/>
              <a:cxnLst/>
              <a:rect l="l" t="t" r="r" b="b"/>
              <a:pathLst>
                <a:path w="828040" h="2579243">
                  <a:moveTo>
                    <a:pt x="0" y="414020"/>
                  </a:moveTo>
                  <a:cubicBezTo>
                    <a:pt x="0" y="185293"/>
                    <a:pt x="185293" y="0"/>
                    <a:pt x="414020" y="0"/>
                  </a:cubicBezTo>
                  <a:cubicBezTo>
                    <a:pt x="642747" y="0"/>
                    <a:pt x="828040" y="185293"/>
                    <a:pt x="828040" y="414020"/>
                  </a:cubicBezTo>
                  <a:lnTo>
                    <a:pt x="828040" y="2165223"/>
                  </a:lnTo>
                  <a:cubicBezTo>
                    <a:pt x="828040" y="2393823"/>
                    <a:pt x="642747" y="2579243"/>
                    <a:pt x="414020" y="2579243"/>
                  </a:cubicBezTo>
                  <a:cubicBezTo>
                    <a:pt x="185293" y="2579243"/>
                    <a:pt x="0" y="2393823"/>
                    <a:pt x="0" y="2165223"/>
                  </a:cubicBezTo>
                  <a:close/>
                </a:path>
              </a:pathLst>
            </a:custGeom>
            <a:solidFill>
              <a:srgbClr val="BBBBBB"/>
            </a:solidFill>
          </p:spPr>
          <p:txBody>
            <a:bodyPr/>
            <a:lstStyle/>
            <a:p>
              <a:endParaRPr lang="pt-BR"/>
            </a:p>
          </p:txBody>
        </p:sp>
      </p:grpSp>
      <p:grpSp>
        <p:nvGrpSpPr>
          <p:cNvPr id="22" name="Group 22"/>
          <p:cNvGrpSpPr/>
          <p:nvPr/>
        </p:nvGrpSpPr>
        <p:grpSpPr>
          <a:xfrm>
            <a:off x="6733623" y="3364611"/>
            <a:ext cx="621001" cy="3155404"/>
            <a:chOff x="0" y="0"/>
            <a:chExt cx="828002" cy="4207205"/>
          </a:xfrm>
        </p:grpSpPr>
        <p:sp>
          <p:nvSpPr>
            <p:cNvPr id="23" name="Freeform 23"/>
            <p:cNvSpPr/>
            <p:nvPr/>
          </p:nvSpPr>
          <p:spPr>
            <a:xfrm>
              <a:off x="0" y="0"/>
              <a:ext cx="828040" cy="4207256"/>
            </a:xfrm>
            <a:custGeom>
              <a:avLst/>
              <a:gdLst/>
              <a:ahLst/>
              <a:cxnLst/>
              <a:rect l="l" t="t" r="r" b="b"/>
              <a:pathLst>
                <a:path w="828040" h="4207256">
                  <a:moveTo>
                    <a:pt x="0" y="414020"/>
                  </a:moveTo>
                  <a:cubicBezTo>
                    <a:pt x="0" y="185293"/>
                    <a:pt x="185293" y="0"/>
                    <a:pt x="414020" y="0"/>
                  </a:cubicBezTo>
                  <a:cubicBezTo>
                    <a:pt x="642747" y="0"/>
                    <a:pt x="828040" y="185293"/>
                    <a:pt x="828040" y="414020"/>
                  </a:cubicBezTo>
                  <a:lnTo>
                    <a:pt x="828040" y="3793236"/>
                  </a:lnTo>
                  <a:cubicBezTo>
                    <a:pt x="828040" y="4021836"/>
                    <a:pt x="642747" y="4207256"/>
                    <a:pt x="414020" y="4207256"/>
                  </a:cubicBezTo>
                  <a:cubicBezTo>
                    <a:pt x="185293" y="4207256"/>
                    <a:pt x="0" y="4021836"/>
                    <a:pt x="0" y="3793236"/>
                  </a:cubicBezTo>
                  <a:close/>
                </a:path>
              </a:pathLst>
            </a:custGeom>
            <a:solidFill>
              <a:srgbClr val="BBBBBB"/>
            </a:solidFill>
          </p:spPr>
          <p:txBody>
            <a:bodyPr/>
            <a:lstStyle/>
            <a:p>
              <a:endParaRPr lang="pt-BR"/>
            </a:p>
          </p:txBody>
        </p:sp>
      </p:grpSp>
      <p:sp>
        <p:nvSpPr>
          <p:cNvPr id="24" name="TextBox 24"/>
          <p:cNvSpPr txBox="1"/>
          <p:nvPr/>
        </p:nvSpPr>
        <p:spPr>
          <a:xfrm>
            <a:off x="12744221" y="3292297"/>
            <a:ext cx="2985754" cy="279247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9120"/>
              </a:lnSpc>
            </a:pPr>
            <a:r>
              <a:rPr lang="en-US" sz="7600" b="1">
                <a:solidFill>
                  <a:srgbClr val="6BA8D7"/>
                </a:solidFill>
                <a:latin typeface="Source Sans 3 Bold"/>
                <a:ea typeface="Source Sans 3 Bold"/>
                <a:cs typeface="Source Sans 3 Bold"/>
                <a:sym typeface="Source Sans 3 Bold"/>
              </a:rPr>
              <a:t>Lorem</a:t>
            </a:r>
          </a:p>
          <a:p>
            <a:pPr algn="l">
              <a:lnSpc>
                <a:spcPts val="9120"/>
              </a:lnSpc>
            </a:pPr>
            <a:r>
              <a:rPr lang="en-US" sz="7600" b="1">
                <a:solidFill>
                  <a:srgbClr val="6BA8D7"/>
                </a:solidFill>
                <a:latin typeface="Source Sans 3 Bold"/>
                <a:ea typeface="Source Sans 3 Bold"/>
                <a:cs typeface="Source Sans 3 Bold"/>
                <a:sym typeface="Source Sans 3 Bold"/>
              </a:rPr>
              <a:t>Ipsum</a:t>
            </a:r>
          </a:p>
        </p:txBody>
      </p:sp>
      <p:grpSp>
        <p:nvGrpSpPr>
          <p:cNvPr id="25" name="Group 25"/>
          <p:cNvGrpSpPr/>
          <p:nvPr/>
        </p:nvGrpSpPr>
        <p:grpSpPr>
          <a:xfrm>
            <a:off x="8062246" y="4585849"/>
            <a:ext cx="621001" cy="1934404"/>
            <a:chOff x="0" y="0"/>
            <a:chExt cx="828002" cy="2579205"/>
          </a:xfrm>
        </p:grpSpPr>
        <p:sp>
          <p:nvSpPr>
            <p:cNvPr id="26" name="Freeform 26"/>
            <p:cNvSpPr/>
            <p:nvPr/>
          </p:nvSpPr>
          <p:spPr>
            <a:xfrm>
              <a:off x="0" y="0"/>
              <a:ext cx="828040" cy="2579243"/>
            </a:xfrm>
            <a:custGeom>
              <a:avLst/>
              <a:gdLst/>
              <a:ahLst/>
              <a:cxnLst/>
              <a:rect l="l" t="t" r="r" b="b"/>
              <a:pathLst>
                <a:path w="828040" h="2579243">
                  <a:moveTo>
                    <a:pt x="0" y="414020"/>
                  </a:moveTo>
                  <a:cubicBezTo>
                    <a:pt x="0" y="185293"/>
                    <a:pt x="185293" y="0"/>
                    <a:pt x="414020" y="0"/>
                  </a:cubicBezTo>
                  <a:cubicBezTo>
                    <a:pt x="642747" y="0"/>
                    <a:pt x="828040" y="185293"/>
                    <a:pt x="828040" y="414020"/>
                  </a:cubicBezTo>
                  <a:lnTo>
                    <a:pt x="828040" y="2165223"/>
                  </a:lnTo>
                  <a:cubicBezTo>
                    <a:pt x="828040" y="2393823"/>
                    <a:pt x="642747" y="2579243"/>
                    <a:pt x="414020" y="2579243"/>
                  </a:cubicBezTo>
                  <a:cubicBezTo>
                    <a:pt x="185293" y="2579243"/>
                    <a:pt x="0" y="2393823"/>
                    <a:pt x="0" y="2165223"/>
                  </a:cubicBezTo>
                  <a:close/>
                </a:path>
              </a:pathLst>
            </a:custGeom>
            <a:solidFill>
              <a:srgbClr val="BBBBBB"/>
            </a:solidFill>
          </p:spPr>
          <p:txBody>
            <a:bodyPr/>
            <a:lstStyle/>
            <a:p>
              <a:endParaRPr lang="pt-BR"/>
            </a:p>
          </p:txBody>
        </p:sp>
      </p:grpSp>
      <p:grpSp>
        <p:nvGrpSpPr>
          <p:cNvPr id="27" name="Group 27"/>
          <p:cNvGrpSpPr/>
          <p:nvPr/>
        </p:nvGrpSpPr>
        <p:grpSpPr>
          <a:xfrm>
            <a:off x="9390898" y="5679081"/>
            <a:ext cx="621001" cy="840600"/>
            <a:chOff x="0" y="0"/>
            <a:chExt cx="828002" cy="1120800"/>
          </a:xfrm>
        </p:grpSpPr>
        <p:sp>
          <p:nvSpPr>
            <p:cNvPr id="28" name="Freeform 28"/>
            <p:cNvSpPr/>
            <p:nvPr/>
          </p:nvSpPr>
          <p:spPr>
            <a:xfrm>
              <a:off x="0" y="0"/>
              <a:ext cx="828040" cy="1120775"/>
            </a:xfrm>
            <a:custGeom>
              <a:avLst/>
              <a:gdLst/>
              <a:ahLst/>
              <a:cxnLst/>
              <a:rect l="l" t="t" r="r" b="b"/>
              <a:pathLst>
                <a:path w="828040" h="1120775">
                  <a:moveTo>
                    <a:pt x="0" y="414020"/>
                  </a:moveTo>
                  <a:cubicBezTo>
                    <a:pt x="0" y="185293"/>
                    <a:pt x="185293" y="0"/>
                    <a:pt x="414020" y="0"/>
                  </a:cubicBezTo>
                  <a:cubicBezTo>
                    <a:pt x="642747" y="0"/>
                    <a:pt x="828040" y="185293"/>
                    <a:pt x="828040" y="414020"/>
                  </a:cubicBezTo>
                  <a:lnTo>
                    <a:pt x="828040" y="706755"/>
                  </a:lnTo>
                  <a:cubicBezTo>
                    <a:pt x="828040" y="935355"/>
                    <a:pt x="642747" y="1120775"/>
                    <a:pt x="414020" y="1120775"/>
                  </a:cubicBezTo>
                  <a:cubicBezTo>
                    <a:pt x="185293" y="1120775"/>
                    <a:pt x="0" y="935482"/>
                    <a:pt x="0" y="706755"/>
                  </a:cubicBezTo>
                  <a:close/>
                </a:path>
              </a:pathLst>
            </a:custGeom>
            <a:solidFill>
              <a:srgbClr val="BBBBBB"/>
            </a:solidFill>
          </p:spPr>
          <p:txBody>
            <a:bodyPr/>
            <a:lstStyle/>
            <a:p>
              <a:endParaRPr lang="pt-BR"/>
            </a:p>
          </p:txBody>
        </p:sp>
      </p:grpSp>
      <p:grpSp>
        <p:nvGrpSpPr>
          <p:cNvPr id="29" name="Group 29"/>
          <p:cNvGrpSpPr/>
          <p:nvPr/>
        </p:nvGrpSpPr>
        <p:grpSpPr>
          <a:xfrm>
            <a:off x="2466604" y="6694551"/>
            <a:ext cx="1183196" cy="677399"/>
            <a:chOff x="0" y="0"/>
            <a:chExt cx="1577594" cy="903199"/>
          </a:xfrm>
        </p:grpSpPr>
        <p:sp>
          <p:nvSpPr>
            <p:cNvPr id="30" name="Freeform 30"/>
            <p:cNvSpPr/>
            <p:nvPr/>
          </p:nvSpPr>
          <p:spPr>
            <a:xfrm>
              <a:off x="0" y="0"/>
              <a:ext cx="1577600" cy="903200"/>
            </a:xfrm>
            <a:custGeom>
              <a:avLst/>
              <a:gdLst/>
              <a:ahLst/>
              <a:cxnLst/>
              <a:rect l="l" t="t" r="r" b="b"/>
              <a:pathLst>
                <a:path w="1577600" h="903200">
                  <a:moveTo>
                    <a:pt x="0" y="0"/>
                  </a:moveTo>
                  <a:lnTo>
                    <a:pt x="1577600" y="0"/>
                  </a:lnTo>
                  <a:lnTo>
                    <a:pt x="1577600" y="903200"/>
                  </a:lnTo>
                  <a:lnTo>
                    <a:pt x="0" y="903200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-23455" r="-23455"/>
              </a:stretch>
            </a:blipFill>
          </p:spPr>
          <p:txBody>
            <a:bodyPr/>
            <a:lstStyle/>
            <a:p>
              <a:endParaRPr lang="pt-BR"/>
            </a:p>
          </p:txBody>
        </p:sp>
        <p:sp>
          <p:nvSpPr>
            <p:cNvPr id="31" name="TextBox 31"/>
            <p:cNvSpPr txBox="1"/>
            <p:nvPr/>
          </p:nvSpPr>
          <p:spPr>
            <a:xfrm>
              <a:off x="0" y="0"/>
              <a:ext cx="1577594" cy="903199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2879"/>
                </a:lnSpc>
              </a:pPr>
              <a:r>
                <a:rPr lang="en-US" sz="2400">
                  <a:solidFill>
                    <a:srgbClr val="161634"/>
                  </a:solidFill>
                  <a:latin typeface="Source Sans 3"/>
                  <a:ea typeface="Source Sans 3"/>
                  <a:cs typeface="Source Sans 3"/>
                  <a:sym typeface="Source Sans 3"/>
                </a:rPr>
                <a:t>54%</a:t>
              </a:r>
            </a:p>
          </p:txBody>
        </p:sp>
      </p:grpSp>
      <p:grpSp>
        <p:nvGrpSpPr>
          <p:cNvPr id="32" name="Group 32"/>
          <p:cNvGrpSpPr/>
          <p:nvPr/>
        </p:nvGrpSpPr>
        <p:grpSpPr>
          <a:xfrm>
            <a:off x="3795246" y="6694551"/>
            <a:ext cx="1183196" cy="677399"/>
            <a:chOff x="0" y="0"/>
            <a:chExt cx="1577594" cy="903199"/>
          </a:xfrm>
        </p:grpSpPr>
        <p:sp>
          <p:nvSpPr>
            <p:cNvPr id="33" name="Freeform 33"/>
            <p:cNvSpPr/>
            <p:nvPr/>
          </p:nvSpPr>
          <p:spPr>
            <a:xfrm>
              <a:off x="0" y="0"/>
              <a:ext cx="1577600" cy="903200"/>
            </a:xfrm>
            <a:custGeom>
              <a:avLst/>
              <a:gdLst/>
              <a:ahLst/>
              <a:cxnLst/>
              <a:rect l="l" t="t" r="r" b="b"/>
              <a:pathLst>
                <a:path w="1577600" h="903200">
                  <a:moveTo>
                    <a:pt x="0" y="0"/>
                  </a:moveTo>
                  <a:lnTo>
                    <a:pt x="1577600" y="0"/>
                  </a:lnTo>
                  <a:lnTo>
                    <a:pt x="1577600" y="903200"/>
                  </a:lnTo>
                  <a:lnTo>
                    <a:pt x="0" y="903200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-23455" r="-23455"/>
              </a:stretch>
            </a:blipFill>
          </p:spPr>
          <p:txBody>
            <a:bodyPr/>
            <a:lstStyle/>
            <a:p>
              <a:endParaRPr lang="pt-BR"/>
            </a:p>
          </p:txBody>
        </p:sp>
        <p:sp>
          <p:nvSpPr>
            <p:cNvPr id="34" name="TextBox 34"/>
            <p:cNvSpPr txBox="1"/>
            <p:nvPr/>
          </p:nvSpPr>
          <p:spPr>
            <a:xfrm>
              <a:off x="0" y="0"/>
              <a:ext cx="1577594" cy="903199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2879"/>
                </a:lnSpc>
              </a:pPr>
              <a:r>
                <a:rPr lang="en-US" sz="2400">
                  <a:solidFill>
                    <a:srgbClr val="161634"/>
                  </a:solidFill>
                  <a:latin typeface="Source Sans 3"/>
                  <a:ea typeface="Source Sans 3"/>
                  <a:cs typeface="Source Sans 3"/>
                  <a:sym typeface="Source Sans 3"/>
                </a:rPr>
                <a:t>60%</a:t>
              </a:r>
            </a:p>
          </p:txBody>
        </p:sp>
      </p:grpSp>
      <p:grpSp>
        <p:nvGrpSpPr>
          <p:cNvPr id="35" name="Group 35"/>
          <p:cNvGrpSpPr/>
          <p:nvPr/>
        </p:nvGrpSpPr>
        <p:grpSpPr>
          <a:xfrm>
            <a:off x="5123898" y="6694551"/>
            <a:ext cx="1183196" cy="677399"/>
            <a:chOff x="0" y="0"/>
            <a:chExt cx="1577594" cy="903199"/>
          </a:xfrm>
        </p:grpSpPr>
        <p:sp>
          <p:nvSpPr>
            <p:cNvPr id="36" name="Freeform 36"/>
            <p:cNvSpPr/>
            <p:nvPr/>
          </p:nvSpPr>
          <p:spPr>
            <a:xfrm>
              <a:off x="0" y="0"/>
              <a:ext cx="1577600" cy="903200"/>
            </a:xfrm>
            <a:custGeom>
              <a:avLst/>
              <a:gdLst/>
              <a:ahLst/>
              <a:cxnLst/>
              <a:rect l="l" t="t" r="r" b="b"/>
              <a:pathLst>
                <a:path w="1577600" h="903200">
                  <a:moveTo>
                    <a:pt x="0" y="0"/>
                  </a:moveTo>
                  <a:lnTo>
                    <a:pt x="1577600" y="0"/>
                  </a:lnTo>
                  <a:lnTo>
                    <a:pt x="1577600" y="903200"/>
                  </a:lnTo>
                  <a:lnTo>
                    <a:pt x="0" y="903200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-23455" r="-23455"/>
              </a:stretch>
            </a:blipFill>
          </p:spPr>
          <p:txBody>
            <a:bodyPr/>
            <a:lstStyle/>
            <a:p>
              <a:endParaRPr lang="pt-BR"/>
            </a:p>
          </p:txBody>
        </p:sp>
        <p:sp>
          <p:nvSpPr>
            <p:cNvPr id="37" name="TextBox 37"/>
            <p:cNvSpPr txBox="1"/>
            <p:nvPr/>
          </p:nvSpPr>
          <p:spPr>
            <a:xfrm>
              <a:off x="0" y="0"/>
              <a:ext cx="1577594" cy="903199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2879"/>
                </a:lnSpc>
              </a:pPr>
              <a:r>
                <a:rPr lang="en-US" sz="2400">
                  <a:solidFill>
                    <a:srgbClr val="161634"/>
                  </a:solidFill>
                  <a:latin typeface="Source Sans 3"/>
                  <a:ea typeface="Source Sans 3"/>
                  <a:cs typeface="Source Sans 3"/>
                  <a:sym typeface="Source Sans 3"/>
                </a:rPr>
                <a:t>40%</a:t>
              </a:r>
            </a:p>
          </p:txBody>
        </p:sp>
      </p:grpSp>
      <p:grpSp>
        <p:nvGrpSpPr>
          <p:cNvPr id="38" name="Group 38"/>
          <p:cNvGrpSpPr/>
          <p:nvPr/>
        </p:nvGrpSpPr>
        <p:grpSpPr>
          <a:xfrm>
            <a:off x="6452549" y="6694551"/>
            <a:ext cx="1183196" cy="677399"/>
            <a:chOff x="0" y="0"/>
            <a:chExt cx="1577594" cy="903199"/>
          </a:xfrm>
        </p:grpSpPr>
        <p:sp>
          <p:nvSpPr>
            <p:cNvPr id="39" name="Freeform 39"/>
            <p:cNvSpPr/>
            <p:nvPr/>
          </p:nvSpPr>
          <p:spPr>
            <a:xfrm>
              <a:off x="0" y="0"/>
              <a:ext cx="1577600" cy="903200"/>
            </a:xfrm>
            <a:custGeom>
              <a:avLst/>
              <a:gdLst/>
              <a:ahLst/>
              <a:cxnLst/>
              <a:rect l="l" t="t" r="r" b="b"/>
              <a:pathLst>
                <a:path w="1577600" h="903200">
                  <a:moveTo>
                    <a:pt x="0" y="0"/>
                  </a:moveTo>
                  <a:lnTo>
                    <a:pt x="1577600" y="0"/>
                  </a:lnTo>
                  <a:lnTo>
                    <a:pt x="1577600" y="903200"/>
                  </a:lnTo>
                  <a:lnTo>
                    <a:pt x="0" y="903200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-23455" r="-23455"/>
              </a:stretch>
            </a:blipFill>
          </p:spPr>
          <p:txBody>
            <a:bodyPr/>
            <a:lstStyle/>
            <a:p>
              <a:endParaRPr lang="pt-BR"/>
            </a:p>
          </p:txBody>
        </p:sp>
        <p:sp>
          <p:nvSpPr>
            <p:cNvPr id="40" name="TextBox 40"/>
            <p:cNvSpPr txBox="1"/>
            <p:nvPr/>
          </p:nvSpPr>
          <p:spPr>
            <a:xfrm>
              <a:off x="0" y="0"/>
              <a:ext cx="1577594" cy="903199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2879"/>
                </a:lnSpc>
              </a:pPr>
              <a:r>
                <a:rPr lang="en-US" sz="2400">
                  <a:solidFill>
                    <a:srgbClr val="161634"/>
                  </a:solidFill>
                  <a:latin typeface="Source Sans 3"/>
                  <a:ea typeface="Source Sans 3"/>
                  <a:cs typeface="Source Sans 3"/>
                  <a:sym typeface="Source Sans 3"/>
                </a:rPr>
                <a:t>80%</a:t>
              </a:r>
            </a:p>
          </p:txBody>
        </p:sp>
      </p:grpSp>
      <p:grpSp>
        <p:nvGrpSpPr>
          <p:cNvPr id="41" name="Group 41"/>
          <p:cNvGrpSpPr/>
          <p:nvPr/>
        </p:nvGrpSpPr>
        <p:grpSpPr>
          <a:xfrm>
            <a:off x="7781201" y="6694551"/>
            <a:ext cx="1183196" cy="677399"/>
            <a:chOff x="0" y="0"/>
            <a:chExt cx="1577594" cy="903199"/>
          </a:xfrm>
        </p:grpSpPr>
        <p:sp>
          <p:nvSpPr>
            <p:cNvPr id="42" name="Freeform 42"/>
            <p:cNvSpPr/>
            <p:nvPr/>
          </p:nvSpPr>
          <p:spPr>
            <a:xfrm>
              <a:off x="0" y="0"/>
              <a:ext cx="1577600" cy="903200"/>
            </a:xfrm>
            <a:custGeom>
              <a:avLst/>
              <a:gdLst/>
              <a:ahLst/>
              <a:cxnLst/>
              <a:rect l="l" t="t" r="r" b="b"/>
              <a:pathLst>
                <a:path w="1577600" h="903200">
                  <a:moveTo>
                    <a:pt x="0" y="0"/>
                  </a:moveTo>
                  <a:lnTo>
                    <a:pt x="1577600" y="0"/>
                  </a:lnTo>
                  <a:lnTo>
                    <a:pt x="1577600" y="903200"/>
                  </a:lnTo>
                  <a:lnTo>
                    <a:pt x="0" y="903200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-23455" r="-23455"/>
              </a:stretch>
            </a:blipFill>
          </p:spPr>
          <p:txBody>
            <a:bodyPr/>
            <a:lstStyle/>
            <a:p>
              <a:endParaRPr lang="pt-BR"/>
            </a:p>
          </p:txBody>
        </p:sp>
        <p:sp>
          <p:nvSpPr>
            <p:cNvPr id="43" name="TextBox 43"/>
            <p:cNvSpPr txBox="1"/>
            <p:nvPr/>
          </p:nvSpPr>
          <p:spPr>
            <a:xfrm>
              <a:off x="0" y="0"/>
              <a:ext cx="1577594" cy="903199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2879"/>
                </a:lnSpc>
              </a:pPr>
              <a:r>
                <a:rPr lang="en-US" sz="2400">
                  <a:solidFill>
                    <a:srgbClr val="161634"/>
                  </a:solidFill>
                  <a:latin typeface="Source Sans 3"/>
                  <a:ea typeface="Source Sans 3"/>
                  <a:cs typeface="Source Sans 3"/>
                  <a:sym typeface="Source Sans 3"/>
                </a:rPr>
                <a:t>48%</a:t>
              </a:r>
            </a:p>
          </p:txBody>
        </p:sp>
      </p:grpSp>
      <p:grpSp>
        <p:nvGrpSpPr>
          <p:cNvPr id="44" name="Group 44"/>
          <p:cNvGrpSpPr/>
          <p:nvPr/>
        </p:nvGrpSpPr>
        <p:grpSpPr>
          <a:xfrm>
            <a:off x="9109853" y="6694551"/>
            <a:ext cx="1183196" cy="677399"/>
            <a:chOff x="0" y="0"/>
            <a:chExt cx="1577594" cy="903199"/>
          </a:xfrm>
        </p:grpSpPr>
        <p:sp>
          <p:nvSpPr>
            <p:cNvPr id="45" name="Freeform 45"/>
            <p:cNvSpPr/>
            <p:nvPr/>
          </p:nvSpPr>
          <p:spPr>
            <a:xfrm>
              <a:off x="0" y="0"/>
              <a:ext cx="1577600" cy="903200"/>
            </a:xfrm>
            <a:custGeom>
              <a:avLst/>
              <a:gdLst/>
              <a:ahLst/>
              <a:cxnLst/>
              <a:rect l="l" t="t" r="r" b="b"/>
              <a:pathLst>
                <a:path w="1577600" h="903200">
                  <a:moveTo>
                    <a:pt x="0" y="0"/>
                  </a:moveTo>
                  <a:lnTo>
                    <a:pt x="1577600" y="0"/>
                  </a:lnTo>
                  <a:lnTo>
                    <a:pt x="1577600" y="903200"/>
                  </a:lnTo>
                  <a:lnTo>
                    <a:pt x="0" y="903200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-23455" r="-23455"/>
              </a:stretch>
            </a:blipFill>
          </p:spPr>
          <p:txBody>
            <a:bodyPr/>
            <a:lstStyle/>
            <a:p>
              <a:endParaRPr lang="pt-BR"/>
            </a:p>
          </p:txBody>
        </p:sp>
        <p:sp>
          <p:nvSpPr>
            <p:cNvPr id="46" name="TextBox 46"/>
            <p:cNvSpPr txBox="1"/>
            <p:nvPr/>
          </p:nvSpPr>
          <p:spPr>
            <a:xfrm>
              <a:off x="0" y="0"/>
              <a:ext cx="1577594" cy="903199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2879"/>
                </a:lnSpc>
              </a:pPr>
              <a:r>
                <a:rPr lang="en-US" sz="2400">
                  <a:solidFill>
                    <a:srgbClr val="161634"/>
                  </a:solidFill>
                  <a:latin typeface="Source Sans 3"/>
                  <a:ea typeface="Source Sans 3"/>
                  <a:cs typeface="Source Sans 3"/>
                  <a:sym typeface="Source Sans 3"/>
                </a:rPr>
                <a:t>10%</a:t>
              </a:r>
            </a:p>
          </p:txBody>
        </p:sp>
      </p:grpSp>
      <p:sp>
        <p:nvSpPr>
          <p:cNvPr id="47" name="TextBox 47"/>
          <p:cNvSpPr txBox="1"/>
          <p:nvPr/>
        </p:nvSpPr>
        <p:spPr>
          <a:xfrm>
            <a:off x="1171404" y="1062228"/>
            <a:ext cx="4738954" cy="37395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920"/>
              </a:lnSpc>
            </a:pPr>
            <a:r>
              <a:rPr lang="en-US" sz="1600">
                <a:solidFill>
                  <a:srgbClr val="999999"/>
                </a:solidFill>
                <a:latin typeface="Source Sans 3"/>
                <a:ea typeface="Source Sans 3"/>
                <a:cs typeface="Source Sans 3"/>
                <a:sym typeface="Source Sans 3"/>
              </a:rPr>
              <a:t>SLIDES EXEMPLO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  <p:txBody>
          <a:bodyPr/>
          <a:lstStyle/>
          <a:p>
            <a:endParaRPr lang="pt-BR"/>
          </a:p>
        </p:txBody>
      </p:sp>
      <p:grpSp>
        <p:nvGrpSpPr>
          <p:cNvPr id="3" name="Group 3"/>
          <p:cNvGrpSpPr/>
          <p:nvPr/>
        </p:nvGrpSpPr>
        <p:grpSpPr>
          <a:xfrm>
            <a:off x="989209" y="9401308"/>
            <a:ext cx="1125112" cy="338461"/>
            <a:chOff x="0" y="0"/>
            <a:chExt cx="1500149" cy="451282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1500124" cy="451231"/>
            </a:xfrm>
            <a:custGeom>
              <a:avLst/>
              <a:gdLst/>
              <a:ahLst/>
              <a:cxnLst/>
              <a:rect l="l" t="t" r="r" b="b"/>
              <a:pathLst>
                <a:path w="1500124" h="451231">
                  <a:moveTo>
                    <a:pt x="0" y="0"/>
                  </a:moveTo>
                  <a:lnTo>
                    <a:pt x="1500124" y="0"/>
                  </a:lnTo>
                  <a:lnTo>
                    <a:pt x="1500124" y="451231"/>
                  </a:lnTo>
                  <a:lnTo>
                    <a:pt x="0" y="45123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r="-1" b="-11"/>
              </a:stretch>
            </a:blipFill>
          </p:spPr>
          <p:txBody>
            <a:bodyPr/>
            <a:lstStyle/>
            <a:p>
              <a:endParaRPr lang="pt-BR"/>
            </a:p>
          </p:txBody>
        </p:sp>
      </p:grpSp>
      <p:grpSp>
        <p:nvGrpSpPr>
          <p:cNvPr id="5" name="Group 5"/>
          <p:cNvGrpSpPr/>
          <p:nvPr/>
        </p:nvGrpSpPr>
        <p:grpSpPr>
          <a:xfrm>
            <a:off x="1080002" y="1080002"/>
            <a:ext cx="9222600" cy="3605403"/>
            <a:chOff x="0" y="0"/>
            <a:chExt cx="12296800" cy="4807204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12296901" cy="4807204"/>
            </a:xfrm>
            <a:custGeom>
              <a:avLst/>
              <a:gdLst/>
              <a:ahLst/>
              <a:cxnLst/>
              <a:rect l="l" t="t" r="r" b="b"/>
              <a:pathLst>
                <a:path w="12296901" h="4807204">
                  <a:moveTo>
                    <a:pt x="0" y="738632"/>
                  </a:moveTo>
                  <a:cubicBezTo>
                    <a:pt x="0" y="330708"/>
                    <a:pt x="330708" y="0"/>
                    <a:pt x="738632" y="0"/>
                  </a:cubicBezTo>
                  <a:lnTo>
                    <a:pt x="11558270" y="0"/>
                  </a:lnTo>
                  <a:cubicBezTo>
                    <a:pt x="11966194" y="0"/>
                    <a:pt x="12296901" y="330708"/>
                    <a:pt x="12296901" y="738632"/>
                  </a:cubicBezTo>
                  <a:lnTo>
                    <a:pt x="12296901" y="4068572"/>
                  </a:lnTo>
                  <a:cubicBezTo>
                    <a:pt x="12296901" y="4476496"/>
                    <a:pt x="11966194" y="4807204"/>
                    <a:pt x="11558270" y="4807204"/>
                  </a:cubicBezTo>
                  <a:lnTo>
                    <a:pt x="738632" y="4807204"/>
                  </a:lnTo>
                  <a:cubicBezTo>
                    <a:pt x="330708" y="4807204"/>
                    <a:pt x="0" y="4476496"/>
                    <a:pt x="0" y="4068572"/>
                  </a:cubicBezTo>
                  <a:close/>
                </a:path>
              </a:pathLst>
            </a:custGeom>
            <a:solidFill>
              <a:srgbClr val="6BA8D7"/>
            </a:solidFill>
          </p:spPr>
          <p:txBody>
            <a:bodyPr/>
            <a:lstStyle/>
            <a:p>
              <a:endParaRPr lang="pt-BR"/>
            </a:p>
          </p:txBody>
        </p:sp>
      </p:grpSp>
      <p:sp>
        <p:nvSpPr>
          <p:cNvPr id="7" name="TextBox 7"/>
          <p:cNvSpPr txBox="1"/>
          <p:nvPr/>
        </p:nvSpPr>
        <p:spPr>
          <a:xfrm>
            <a:off x="1789843" y="1546117"/>
            <a:ext cx="3426000" cy="56392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320"/>
              </a:lnSpc>
            </a:pPr>
            <a:r>
              <a:rPr lang="en-US" sz="3600">
                <a:solidFill>
                  <a:srgbClr val="FFFFFF"/>
                </a:solidFill>
                <a:latin typeface="Source Sans 3"/>
                <a:ea typeface="Source Sans 3"/>
                <a:cs typeface="Source Sans 3"/>
                <a:sym typeface="Source Sans 3"/>
              </a:rPr>
              <a:t>Título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1789843" y="1901219"/>
            <a:ext cx="5966403" cy="203159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5840"/>
              </a:lnSpc>
            </a:pPr>
            <a:r>
              <a:rPr lang="en-US" sz="13200" b="1" dirty="0">
                <a:solidFill>
                  <a:srgbClr val="FFFFFF"/>
                </a:solidFill>
                <a:latin typeface="Source Sans 3 Bold"/>
                <a:ea typeface="Source Sans 3 Bold"/>
                <a:cs typeface="Source Sans 3 Bold"/>
                <a:sym typeface="Source Sans 3 Bold"/>
              </a:rPr>
              <a:t>999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1789843" y="3728047"/>
            <a:ext cx="3228003" cy="38864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879"/>
              </a:lnSpc>
            </a:pPr>
            <a:r>
              <a:rPr lang="en-US" sz="2400">
                <a:solidFill>
                  <a:srgbClr val="FFFFFF"/>
                </a:solidFill>
                <a:latin typeface="Helvetica"/>
                <a:ea typeface="Helvetica"/>
                <a:cs typeface="Helvetica"/>
                <a:sym typeface="Helvetica"/>
              </a:rPr>
              <a:t>+134 do mês anterior</a:t>
            </a:r>
          </a:p>
        </p:txBody>
      </p:sp>
      <p:sp>
        <p:nvSpPr>
          <p:cNvPr id="10" name="AutoShape 10"/>
          <p:cNvSpPr/>
          <p:nvPr/>
        </p:nvSpPr>
        <p:spPr>
          <a:xfrm rot="4971480">
            <a:off x="6370568" y="2825553"/>
            <a:ext cx="2325624" cy="0"/>
          </a:xfrm>
          <a:prstGeom prst="line">
            <a:avLst/>
          </a:prstGeom>
          <a:ln w="114300" cap="rnd">
            <a:solidFill>
              <a:srgbClr val="FFFFFF">
                <a:alpha val="19608"/>
              </a:srgbClr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pt-BR"/>
          </a:p>
        </p:txBody>
      </p:sp>
      <p:sp>
        <p:nvSpPr>
          <p:cNvPr id="11" name="AutoShape 11"/>
          <p:cNvSpPr/>
          <p:nvPr/>
        </p:nvSpPr>
        <p:spPr>
          <a:xfrm rot="4971480">
            <a:off x="6951040" y="2825553"/>
            <a:ext cx="2325624" cy="0"/>
          </a:xfrm>
          <a:prstGeom prst="line">
            <a:avLst/>
          </a:prstGeom>
          <a:ln w="114300" cap="rnd">
            <a:solidFill>
              <a:srgbClr val="FFFFFF">
                <a:alpha val="19608"/>
              </a:srgbClr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pt-BR"/>
          </a:p>
        </p:txBody>
      </p:sp>
      <p:sp>
        <p:nvSpPr>
          <p:cNvPr id="12" name="AutoShape 12"/>
          <p:cNvSpPr/>
          <p:nvPr/>
        </p:nvSpPr>
        <p:spPr>
          <a:xfrm rot="4971480">
            <a:off x="7531522" y="2825553"/>
            <a:ext cx="2325624" cy="0"/>
          </a:xfrm>
          <a:prstGeom prst="line">
            <a:avLst/>
          </a:prstGeom>
          <a:ln w="114300" cap="rnd">
            <a:solidFill>
              <a:srgbClr val="FFFFFF">
                <a:alpha val="19608"/>
              </a:srgbClr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pt-BR"/>
          </a:p>
        </p:txBody>
      </p:sp>
      <p:sp>
        <p:nvSpPr>
          <p:cNvPr id="13" name="AutoShape 13"/>
          <p:cNvSpPr/>
          <p:nvPr/>
        </p:nvSpPr>
        <p:spPr>
          <a:xfrm rot="4971480">
            <a:off x="8112004" y="2825553"/>
            <a:ext cx="2325624" cy="0"/>
          </a:xfrm>
          <a:prstGeom prst="line">
            <a:avLst/>
          </a:prstGeom>
          <a:ln w="114300" cap="rnd">
            <a:solidFill>
              <a:srgbClr val="FFFFFF">
                <a:alpha val="19608"/>
              </a:srgbClr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pt-BR"/>
          </a:p>
        </p:txBody>
      </p:sp>
      <p:sp>
        <p:nvSpPr>
          <p:cNvPr id="14" name="AutoShape 14"/>
          <p:cNvSpPr/>
          <p:nvPr/>
        </p:nvSpPr>
        <p:spPr>
          <a:xfrm rot="4646760">
            <a:off x="6868287" y="3330150"/>
            <a:ext cx="1330176" cy="0"/>
          </a:xfrm>
          <a:prstGeom prst="line">
            <a:avLst/>
          </a:prstGeom>
          <a:ln w="114300" cap="rnd">
            <a:solidFill>
              <a:srgbClr val="FFFFFF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pt-BR"/>
          </a:p>
        </p:txBody>
      </p:sp>
      <p:sp>
        <p:nvSpPr>
          <p:cNvPr id="15" name="AutoShape 15"/>
          <p:cNvSpPr/>
          <p:nvPr/>
        </p:nvSpPr>
        <p:spPr>
          <a:xfrm rot="4897500">
            <a:off x="7121271" y="2997337"/>
            <a:ext cx="1985181" cy="0"/>
          </a:xfrm>
          <a:prstGeom prst="line">
            <a:avLst/>
          </a:prstGeom>
          <a:ln w="114300" cap="rnd">
            <a:solidFill>
              <a:srgbClr val="FFFFFF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pt-BR"/>
          </a:p>
        </p:txBody>
      </p:sp>
      <p:sp>
        <p:nvSpPr>
          <p:cNvPr id="16" name="AutoShape 16"/>
          <p:cNvSpPr/>
          <p:nvPr/>
        </p:nvSpPr>
        <p:spPr>
          <a:xfrm rot="4425540">
            <a:off x="8177413" y="3483045"/>
            <a:ext cx="1033844" cy="0"/>
          </a:xfrm>
          <a:prstGeom prst="line">
            <a:avLst/>
          </a:prstGeom>
          <a:ln w="114300" cap="rnd">
            <a:solidFill>
              <a:srgbClr val="FFFFFF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pt-BR"/>
          </a:p>
        </p:txBody>
      </p:sp>
      <p:sp>
        <p:nvSpPr>
          <p:cNvPr id="17" name="AutoShape 17"/>
          <p:cNvSpPr/>
          <p:nvPr/>
        </p:nvSpPr>
        <p:spPr>
          <a:xfrm rot="4793820">
            <a:off x="8450656" y="3167958"/>
            <a:ext cx="1648320" cy="0"/>
          </a:xfrm>
          <a:prstGeom prst="line">
            <a:avLst/>
          </a:prstGeom>
          <a:ln w="114300" cap="rnd">
            <a:solidFill>
              <a:srgbClr val="FFFFFF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pt-BR"/>
          </a:p>
        </p:txBody>
      </p:sp>
      <p:grpSp>
        <p:nvGrpSpPr>
          <p:cNvPr id="18" name="Group 18"/>
          <p:cNvGrpSpPr/>
          <p:nvPr/>
        </p:nvGrpSpPr>
        <p:grpSpPr>
          <a:xfrm>
            <a:off x="1080002" y="4929111"/>
            <a:ext cx="9222600" cy="3605403"/>
            <a:chOff x="0" y="0"/>
            <a:chExt cx="12296800" cy="4807204"/>
          </a:xfrm>
        </p:grpSpPr>
        <p:sp>
          <p:nvSpPr>
            <p:cNvPr id="19" name="Freeform 19"/>
            <p:cNvSpPr/>
            <p:nvPr/>
          </p:nvSpPr>
          <p:spPr>
            <a:xfrm>
              <a:off x="0" y="0"/>
              <a:ext cx="12296901" cy="4807204"/>
            </a:xfrm>
            <a:custGeom>
              <a:avLst/>
              <a:gdLst/>
              <a:ahLst/>
              <a:cxnLst/>
              <a:rect l="l" t="t" r="r" b="b"/>
              <a:pathLst>
                <a:path w="12296901" h="4807204">
                  <a:moveTo>
                    <a:pt x="0" y="738632"/>
                  </a:moveTo>
                  <a:cubicBezTo>
                    <a:pt x="0" y="330708"/>
                    <a:pt x="330708" y="0"/>
                    <a:pt x="738632" y="0"/>
                  </a:cubicBezTo>
                  <a:lnTo>
                    <a:pt x="11558270" y="0"/>
                  </a:lnTo>
                  <a:cubicBezTo>
                    <a:pt x="11966194" y="0"/>
                    <a:pt x="12296901" y="330708"/>
                    <a:pt x="12296901" y="738632"/>
                  </a:cubicBezTo>
                  <a:lnTo>
                    <a:pt x="12296901" y="4068572"/>
                  </a:lnTo>
                  <a:cubicBezTo>
                    <a:pt x="12296901" y="4476496"/>
                    <a:pt x="11966194" y="4807204"/>
                    <a:pt x="11558270" y="4807204"/>
                  </a:cubicBezTo>
                  <a:lnTo>
                    <a:pt x="738632" y="4807204"/>
                  </a:lnTo>
                  <a:cubicBezTo>
                    <a:pt x="330708" y="4807204"/>
                    <a:pt x="0" y="4476496"/>
                    <a:pt x="0" y="4068572"/>
                  </a:cubicBezTo>
                  <a:close/>
                </a:path>
              </a:pathLst>
            </a:custGeom>
            <a:solidFill>
              <a:srgbClr val="1A405D"/>
            </a:solidFill>
          </p:spPr>
          <p:txBody>
            <a:bodyPr/>
            <a:lstStyle/>
            <a:p>
              <a:endParaRPr lang="pt-BR"/>
            </a:p>
          </p:txBody>
        </p:sp>
      </p:grpSp>
      <p:sp>
        <p:nvSpPr>
          <p:cNvPr id="20" name="AutoShape 20"/>
          <p:cNvSpPr/>
          <p:nvPr/>
        </p:nvSpPr>
        <p:spPr>
          <a:xfrm rot="4971480">
            <a:off x="6370568" y="6674653"/>
            <a:ext cx="2325624" cy="0"/>
          </a:xfrm>
          <a:prstGeom prst="line">
            <a:avLst/>
          </a:prstGeom>
          <a:ln w="114300" cap="rnd">
            <a:solidFill>
              <a:srgbClr val="FFFFFF">
                <a:alpha val="19608"/>
              </a:srgbClr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pt-BR"/>
          </a:p>
        </p:txBody>
      </p:sp>
      <p:sp>
        <p:nvSpPr>
          <p:cNvPr id="21" name="AutoShape 21"/>
          <p:cNvSpPr/>
          <p:nvPr/>
        </p:nvSpPr>
        <p:spPr>
          <a:xfrm rot="4971480">
            <a:off x="6951040" y="6674653"/>
            <a:ext cx="2325624" cy="0"/>
          </a:xfrm>
          <a:prstGeom prst="line">
            <a:avLst/>
          </a:prstGeom>
          <a:ln w="114300" cap="rnd">
            <a:solidFill>
              <a:srgbClr val="FFFFFF">
                <a:alpha val="19608"/>
              </a:srgbClr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pt-BR"/>
          </a:p>
        </p:txBody>
      </p:sp>
      <p:sp>
        <p:nvSpPr>
          <p:cNvPr id="22" name="AutoShape 22"/>
          <p:cNvSpPr/>
          <p:nvPr/>
        </p:nvSpPr>
        <p:spPr>
          <a:xfrm rot="4971480">
            <a:off x="7531522" y="6674653"/>
            <a:ext cx="2325624" cy="0"/>
          </a:xfrm>
          <a:prstGeom prst="line">
            <a:avLst/>
          </a:prstGeom>
          <a:ln w="114300" cap="rnd">
            <a:solidFill>
              <a:srgbClr val="FFFFFF">
                <a:alpha val="19608"/>
              </a:srgbClr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pt-BR"/>
          </a:p>
        </p:txBody>
      </p:sp>
      <p:sp>
        <p:nvSpPr>
          <p:cNvPr id="23" name="AutoShape 23"/>
          <p:cNvSpPr/>
          <p:nvPr/>
        </p:nvSpPr>
        <p:spPr>
          <a:xfrm rot="4971480">
            <a:off x="8112004" y="6674653"/>
            <a:ext cx="2325624" cy="0"/>
          </a:xfrm>
          <a:prstGeom prst="line">
            <a:avLst/>
          </a:prstGeom>
          <a:ln w="114300" cap="rnd">
            <a:solidFill>
              <a:srgbClr val="FFFFFF">
                <a:alpha val="19608"/>
              </a:srgbClr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pt-BR"/>
          </a:p>
        </p:txBody>
      </p:sp>
      <p:sp>
        <p:nvSpPr>
          <p:cNvPr id="24" name="AutoShape 24"/>
          <p:cNvSpPr/>
          <p:nvPr/>
        </p:nvSpPr>
        <p:spPr>
          <a:xfrm rot="4646760">
            <a:off x="6868287" y="7179259"/>
            <a:ext cx="1330176" cy="0"/>
          </a:xfrm>
          <a:prstGeom prst="line">
            <a:avLst/>
          </a:prstGeom>
          <a:ln w="114300" cap="rnd">
            <a:solidFill>
              <a:srgbClr val="FFFFFF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pt-BR"/>
          </a:p>
        </p:txBody>
      </p:sp>
      <p:sp>
        <p:nvSpPr>
          <p:cNvPr id="25" name="AutoShape 25"/>
          <p:cNvSpPr/>
          <p:nvPr/>
        </p:nvSpPr>
        <p:spPr>
          <a:xfrm rot="4897500">
            <a:off x="7121271" y="6846437"/>
            <a:ext cx="1985181" cy="0"/>
          </a:xfrm>
          <a:prstGeom prst="line">
            <a:avLst/>
          </a:prstGeom>
          <a:ln w="114300" cap="rnd">
            <a:solidFill>
              <a:srgbClr val="FFFFFF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pt-BR"/>
          </a:p>
        </p:txBody>
      </p:sp>
      <p:sp>
        <p:nvSpPr>
          <p:cNvPr id="26" name="AutoShape 26"/>
          <p:cNvSpPr/>
          <p:nvPr/>
        </p:nvSpPr>
        <p:spPr>
          <a:xfrm rot="4425540">
            <a:off x="8177413" y="7332145"/>
            <a:ext cx="1033844" cy="0"/>
          </a:xfrm>
          <a:prstGeom prst="line">
            <a:avLst/>
          </a:prstGeom>
          <a:ln w="114300" cap="rnd">
            <a:solidFill>
              <a:srgbClr val="FFFFFF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pt-BR"/>
          </a:p>
        </p:txBody>
      </p:sp>
      <p:sp>
        <p:nvSpPr>
          <p:cNvPr id="27" name="AutoShape 27"/>
          <p:cNvSpPr/>
          <p:nvPr/>
        </p:nvSpPr>
        <p:spPr>
          <a:xfrm rot="4793820">
            <a:off x="8450656" y="7017068"/>
            <a:ext cx="1648320" cy="0"/>
          </a:xfrm>
          <a:prstGeom prst="line">
            <a:avLst/>
          </a:prstGeom>
          <a:ln w="114300" cap="rnd">
            <a:solidFill>
              <a:srgbClr val="FFFFFF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pt-BR"/>
          </a:p>
        </p:txBody>
      </p:sp>
      <p:sp>
        <p:nvSpPr>
          <p:cNvPr id="28" name="TextBox 28"/>
          <p:cNvSpPr txBox="1"/>
          <p:nvPr/>
        </p:nvSpPr>
        <p:spPr>
          <a:xfrm>
            <a:off x="11399872" y="1681124"/>
            <a:ext cx="4002148" cy="240314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879"/>
              </a:lnSpc>
            </a:pPr>
            <a:r>
              <a:rPr lang="en-US" sz="2400">
                <a:solidFill>
                  <a:srgbClr val="FFFFFF"/>
                </a:solidFill>
                <a:latin typeface="Source Sans 3 Light"/>
                <a:ea typeface="Source Sans 3 Light"/>
                <a:cs typeface="Source Sans 3 Light"/>
                <a:sym typeface="Source Sans 3 Light"/>
              </a:rPr>
              <a:t>Lorem Ipsum is simply dummy text of the printing and typesetting industry. Lorem Ipsum has been the industry's standard dummy text ever since the 1500s</a:t>
            </a:r>
          </a:p>
        </p:txBody>
      </p:sp>
      <p:sp>
        <p:nvSpPr>
          <p:cNvPr id="29" name="TextBox 29"/>
          <p:cNvSpPr txBox="1"/>
          <p:nvPr/>
        </p:nvSpPr>
        <p:spPr>
          <a:xfrm>
            <a:off x="11399872" y="5654326"/>
            <a:ext cx="4002148" cy="240314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879"/>
              </a:lnSpc>
            </a:pPr>
            <a:r>
              <a:rPr lang="en-US" sz="2400">
                <a:solidFill>
                  <a:srgbClr val="FFFFFF"/>
                </a:solidFill>
                <a:latin typeface="Source Sans 3 Light"/>
                <a:ea typeface="Source Sans 3 Light"/>
                <a:cs typeface="Source Sans 3 Light"/>
                <a:sym typeface="Source Sans 3 Light"/>
              </a:rPr>
              <a:t>Lorem Ipsum is simply dummy text of the printing and typesetting industry. Lorem Ipsum has been the industry's standard dummy text ever since the 1500s.</a:t>
            </a:r>
          </a:p>
        </p:txBody>
      </p:sp>
      <p:sp>
        <p:nvSpPr>
          <p:cNvPr id="30" name="TextBox 30"/>
          <p:cNvSpPr txBox="1"/>
          <p:nvPr/>
        </p:nvSpPr>
        <p:spPr>
          <a:xfrm>
            <a:off x="1789843" y="5485019"/>
            <a:ext cx="3426000" cy="56392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320"/>
              </a:lnSpc>
            </a:pPr>
            <a:r>
              <a:rPr lang="en-US" sz="3600">
                <a:solidFill>
                  <a:srgbClr val="FFFFFF"/>
                </a:solidFill>
                <a:latin typeface="Source Sans 3"/>
                <a:ea typeface="Source Sans 3"/>
                <a:cs typeface="Source Sans 3"/>
                <a:sym typeface="Source Sans 3"/>
              </a:rPr>
              <a:t>Título</a:t>
            </a:r>
          </a:p>
        </p:txBody>
      </p:sp>
      <p:sp>
        <p:nvSpPr>
          <p:cNvPr id="31" name="TextBox 31"/>
          <p:cNvSpPr txBox="1"/>
          <p:nvPr/>
        </p:nvSpPr>
        <p:spPr>
          <a:xfrm>
            <a:off x="1789843" y="5840120"/>
            <a:ext cx="5966403" cy="203159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5840"/>
              </a:lnSpc>
            </a:pPr>
            <a:r>
              <a:rPr lang="en-US" sz="13200" b="1" dirty="0">
                <a:solidFill>
                  <a:srgbClr val="FFFFFF"/>
                </a:solidFill>
                <a:latin typeface="Source Sans 3 Bold"/>
                <a:ea typeface="Source Sans 3 Bold"/>
                <a:cs typeface="Source Sans 3 Bold"/>
                <a:sym typeface="Source Sans 3 Bold"/>
              </a:rPr>
              <a:t>999</a:t>
            </a:r>
          </a:p>
        </p:txBody>
      </p:sp>
      <p:sp>
        <p:nvSpPr>
          <p:cNvPr id="32" name="TextBox 32"/>
          <p:cNvSpPr txBox="1"/>
          <p:nvPr/>
        </p:nvSpPr>
        <p:spPr>
          <a:xfrm>
            <a:off x="1789843" y="7666949"/>
            <a:ext cx="3228003" cy="38864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879"/>
              </a:lnSpc>
            </a:pPr>
            <a:r>
              <a:rPr lang="en-US" sz="2400" dirty="0">
                <a:solidFill>
                  <a:srgbClr val="FFFFFF"/>
                </a:solidFill>
                <a:latin typeface="Helvetica"/>
                <a:ea typeface="Helvetica"/>
                <a:cs typeface="Helvetica"/>
                <a:sym typeface="Helvetica"/>
              </a:rPr>
              <a:t>+134 do </a:t>
            </a:r>
            <a:r>
              <a:rPr lang="en-US" sz="2400" dirty="0" err="1">
                <a:solidFill>
                  <a:srgbClr val="FFFFFF"/>
                </a:solidFill>
                <a:latin typeface="Helvetica"/>
                <a:ea typeface="Helvetica"/>
                <a:cs typeface="Helvetica"/>
                <a:sym typeface="Helvetica"/>
              </a:rPr>
              <a:t>mês</a:t>
            </a:r>
            <a:r>
              <a:rPr lang="en-US" sz="2400" dirty="0">
                <a:solidFill>
                  <a:srgbClr val="FFFFFF"/>
                </a:solidFill>
                <a:latin typeface="Helvetica"/>
                <a:ea typeface="Helvetica"/>
                <a:cs typeface="Helvetica"/>
                <a:sym typeface="Helvetica"/>
              </a:rPr>
              <a:t> anterior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1131884" y="8973912"/>
            <a:ext cx="1125112" cy="338404"/>
            <a:chOff x="0" y="0"/>
            <a:chExt cx="1500149" cy="451206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1500124" cy="451231"/>
            </a:xfrm>
            <a:custGeom>
              <a:avLst/>
              <a:gdLst/>
              <a:ahLst/>
              <a:cxnLst/>
              <a:rect l="l" t="t" r="r" b="b"/>
              <a:pathLst>
                <a:path w="1500124" h="451231">
                  <a:moveTo>
                    <a:pt x="0" y="0"/>
                  </a:moveTo>
                  <a:lnTo>
                    <a:pt x="1500124" y="0"/>
                  </a:lnTo>
                  <a:lnTo>
                    <a:pt x="1500124" y="451231"/>
                  </a:lnTo>
                  <a:lnTo>
                    <a:pt x="0" y="45123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r="-1" b="2"/>
              </a:stretch>
            </a:blipFill>
          </p:spPr>
          <p:txBody>
            <a:bodyPr/>
            <a:lstStyle/>
            <a:p>
              <a:endParaRPr lang="pt-BR"/>
            </a:p>
          </p:txBody>
        </p:sp>
      </p:grpSp>
      <p:grpSp>
        <p:nvGrpSpPr>
          <p:cNvPr id="4" name="Group 4"/>
          <p:cNvGrpSpPr/>
          <p:nvPr/>
        </p:nvGrpSpPr>
        <p:grpSpPr>
          <a:xfrm>
            <a:off x="1080002" y="1080002"/>
            <a:ext cx="9222600" cy="3605403"/>
            <a:chOff x="0" y="0"/>
            <a:chExt cx="12296800" cy="4807204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12296901" cy="4807204"/>
            </a:xfrm>
            <a:custGeom>
              <a:avLst/>
              <a:gdLst/>
              <a:ahLst/>
              <a:cxnLst/>
              <a:rect l="l" t="t" r="r" b="b"/>
              <a:pathLst>
                <a:path w="12296901" h="4807204">
                  <a:moveTo>
                    <a:pt x="0" y="738632"/>
                  </a:moveTo>
                  <a:cubicBezTo>
                    <a:pt x="0" y="330708"/>
                    <a:pt x="330708" y="0"/>
                    <a:pt x="738632" y="0"/>
                  </a:cubicBezTo>
                  <a:lnTo>
                    <a:pt x="11558270" y="0"/>
                  </a:lnTo>
                  <a:cubicBezTo>
                    <a:pt x="11966194" y="0"/>
                    <a:pt x="12296901" y="330708"/>
                    <a:pt x="12296901" y="738632"/>
                  </a:cubicBezTo>
                  <a:lnTo>
                    <a:pt x="12296901" y="4068572"/>
                  </a:lnTo>
                  <a:cubicBezTo>
                    <a:pt x="12296901" y="4476496"/>
                    <a:pt x="11966194" y="4807204"/>
                    <a:pt x="11558270" y="4807204"/>
                  </a:cubicBezTo>
                  <a:lnTo>
                    <a:pt x="738632" y="4807204"/>
                  </a:lnTo>
                  <a:cubicBezTo>
                    <a:pt x="330708" y="4807204"/>
                    <a:pt x="0" y="4476496"/>
                    <a:pt x="0" y="4068572"/>
                  </a:cubicBezTo>
                  <a:close/>
                </a:path>
              </a:pathLst>
            </a:custGeom>
            <a:solidFill>
              <a:srgbClr val="6BA8D7"/>
            </a:solidFill>
          </p:spPr>
          <p:txBody>
            <a:bodyPr/>
            <a:lstStyle/>
            <a:p>
              <a:endParaRPr lang="pt-BR"/>
            </a:p>
          </p:txBody>
        </p:sp>
      </p:grpSp>
      <p:sp>
        <p:nvSpPr>
          <p:cNvPr id="6" name="TextBox 6"/>
          <p:cNvSpPr txBox="1"/>
          <p:nvPr/>
        </p:nvSpPr>
        <p:spPr>
          <a:xfrm>
            <a:off x="1789843" y="1546117"/>
            <a:ext cx="3426000" cy="56392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320"/>
              </a:lnSpc>
            </a:pPr>
            <a:r>
              <a:rPr lang="en-US" sz="3600">
                <a:solidFill>
                  <a:srgbClr val="FFFFFF"/>
                </a:solidFill>
                <a:latin typeface="Source Sans 3"/>
                <a:ea typeface="Source Sans 3"/>
                <a:cs typeface="Source Sans 3"/>
                <a:sym typeface="Source Sans 3"/>
              </a:rPr>
              <a:t>Título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1789843" y="1901219"/>
            <a:ext cx="5966403" cy="203159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5840"/>
              </a:lnSpc>
            </a:pPr>
            <a:r>
              <a:rPr lang="en-US" sz="13200" b="1">
                <a:solidFill>
                  <a:srgbClr val="FFFFFF"/>
                </a:solidFill>
                <a:latin typeface="Source Sans 3 Bold"/>
                <a:ea typeface="Source Sans 3 Bold"/>
                <a:cs typeface="Source Sans 3 Bold"/>
                <a:sym typeface="Source Sans 3 Bold"/>
              </a:rPr>
              <a:t>999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1789843" y="3728047"/>
            <a:ext cx="3228003" cy="38864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879"/>
              </a:lnSpc>
            </a:pPr>
            <a:r>
              <a:rPr lang="en-US" sz="2400">
                <a:solidFill>
                  <a:srgbClr val="FFFFFF"/>
                </a:solidFill>
                <a:latin typeface="Helvetica"/>
                <a:ea typeface="Helvetica"/>
                <a:cs typeface="Helvetica"/>
                <a:sym typeface="Helvetica"/>
              </a:rPr>
              <a:t>+134 do mês anterior</a:t>
            </a:r>
          </a:p>
        </p:txBody>
      </p:sp>
      <p:sp>
        <p:nvSpPr>
          <p:cNvPr id="9" name="AutoShape 9"/>
          <p:cNvSpPr/>
          <p:nvPr/>
        </p:nvSpPr>
        <p:spPr>
          <a:xfrm rot="4971480">
            <a:off x="6370568" y="2825553"/>
            <a:ext cx="2325624" cy="0"/>
          </a:xfrm>
          <a:prstGeom prst="line">
            <a:avLst/>
          </a:prstGeom>
          <a:ln w="114300" cap="rnd">
            <a:solidFill>
              <a:srgbClr val="FFFFFF">
                <a:alpha val="19608"/>
              </a:srgbClr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pt-BR"/>
          </a:p>
        </p:txBody>
      </p:sp>
      <p:sp>
        <p:nvSpPr>
          <p:cNvPr id="10" name="AutoShape 10"/>
          <p:cNvSpPr/>
          <p:nvPr/>
        </p:nvSpPr>
        <p:spPr>
          <a:xfrm rot="4971480">
            <a:off x="6951040" y="2825553"/>
            <a:ext cx="2325624" cy="0"/>
          </a:xfrm>
          <a:prstGeom prst="line">
            <a:avLst/>
          </a:prstGeom>
          <a:ln w="114300" cap="rnd">
            <a:solidFill>
              <a:srgbClr val="FFFFFF">
                <a:alpha val="19608"/>
              </a:srgbClr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pt-BR"/>
          </a:p>
        </p:txBody>
      </p:sp>
      <p:sp>
        <p:nvSpPr>
          <p:cNvPr id="11" name="AutoShape 11"/>
          <p:cNvSpPr/>
          <p:nvPr/>
        </p:nvSpPr>
        <p:spPr>
          <a:xfrm rot="4971480">
            <a:off x="7531522" y="2825553"/>
            <a:ext cx="2325624" cy="0"/>
          </a:xfrm>
          <a:prstGeom prst="line">
            <a:avLst/>
          </a:prstGeom>
          <a:ln w="114300" cap="rnd">
            <a:solidFill>
              <a:srgbClr val="FFFFFF">
                <a:alpha val="19608"/>
              </a:srgbClr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pt-BR"/>
          </a:p>
        </p:txBody>
      </p:sp>
      <p:sp>
        <p:nvSpPr>
          <p:cNvPr id="12" name="AutoShape 12"/>
          <p:cNvSpPr/>
          <p:nvPr/>
        </p:nvSpPr>
        <p:spPr>
          <a:xfrm rot="4971480">
            <a:off x="8112004" y="2825553"/>
            <a:ext cx="2325624" cy="0"/>
          </a:xfrm>
          <a:prstGeom prst="line">
            <a:avLst/>
          </a:prstGeom>
          <a:ln w="114300" cap="rnd">
            <a:solidFill>
              <a:srgbClr val="FFFFFF">
                <a:alpha val="19608"/>
              </a:srgbClr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pt-BR"/>
          </a:p>
        </p:txBody>
      </p:sp>
      <p:sp>
        <p:nvSpPr>
          <p:cNvPr id="13" name="AutoShape 13"/>
          <p:cNvSpPr/>
          <p:nvPr/>
        </p:nvSpPr>
        <p:spPr>
          <a:xfrm rot="4646760">
            <a:off x="6868287" y="3330150"/>
            <a:ext cx="1330176" cy="0"/>
          </a:xfrm>
          <a:prstGeom prst="line">
            <a:avLst/>
          </a:prstGeom>
          <a:ln w="114300" cap="rnd">
            <a:solidFill>
              <a:srgbClr val="FFFFFF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pt-BR"/>
          </a:p>
        </p:txBody>
      </p:sp>
      <p:sp>
        <p:nvSpPr>
          <p:cNvPr id="14" name="AutoShape 14"/>
          <p:cNvSpPr/>
          <p:nvPr/>
        </p:nvSpPr>
        <p:spPr>
          <a:xfrm rot="4897500">
            <a:off x="7121271" y="2997337"/>
            <a:ext cx="1985181" cy="0"/>
          </a:xfrm>
          <a:prstGeom prst="line">
            <a:avLst/>
          </a:prstGeom>
          <a:ln w="114300" cap="rnd">
            <a:solidFill>
              <a:srgbClr val="FFFFFF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pt-BR"/>
          </a:p>
        </p:txBody>
      </p:sp>
      <p:sp>
        <p:nvSpPr>
          <p:cNvPr id="15" name="AutoShape 15"/>
          <p:cNvSpPr/>
          <p:nvPr/>
        </p:nvSpPr>
        <p:spPr>
          <a:xfrm rot="4425540">
            <a:off x="8177413" y="3483045"/>
            <a:ext cx="1033844" cy="0"/>
          </a:xfrm>
          <a:prstGeom prst="line">
            <a:avLst/>
          </a:prstGeom>
          <a:ln w="114300" cap="rnd">
            <a:solidFill>
              <a:srgbClr val="FFFFFF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pt-BR"/>
          </a:p>
        </p:txBody>
      </p:sp>
      <p:sp>
        <p:nvSpPr>
          <p:cNvPr id="16" name="AutoShape 16"/>
          <p:cNvSpPr/>
          <p:nvPr/>
        </p:nvSpPr>
        <p:spPr>
          <a:xfrm rot="4793820">
            <a:off x="8450656" y="3167958"/>
            <a:ext cx="1648320" cy="0"/>
          </a:xfrm>
          <a:prstGeom prst="line">
            <a:avLst/>
          </a:prstGeom>
          <a:ln w="114300" cap="rnd">
            <a:solidFill>
              <a:srgbClr val="FFFFFF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pt-BR"/>
          </a:p>
        </p:txBody>
      </p:sp>
      <p:grpSp>
        <p:nvGrpSpPr>
          <p:cNvPr id="17" name="Group 17"/>
          <p:cNvGrpSpPr/>
          <p:nvPr/>
        </p:nvGrpSpPr>
        <p:grpSpPr>
          <a:xfrm>
            <a:off x="1080002" y="4929111"/>
            <a:ext cx="9222600" cy="3605403"/>
            <a:chOff x="0" y="0"/>
            <a:chExt cx="12296800" cy="4807204"/>
          </a:xfrm>
        </p:grpSpPr>
        <p:sp>
          <p:nvSpPr>
            <p:cNvPr id="18" name="Freeform 18"/>
            <p:cNvSpPr/>
            <p:nvPr/>
          </p:nvSpPr>
          <p:spPr>
            <a:xfrm>
              <a:off x="0" y="0"/>
              <a:ext cx="12296901" cy="4807204"/>
            </a:xfrm>
            <a:custGeom>
              <a:avLst/>
              <a:gdLst/>
              <a:ahLst/>
              <a:cxnLst/>
              <a:rect l="l" t="t" r="r" b="b"/>
              <a:pathLst>
                <a:path w="12296901" h="4807204">
                  <a:moveTo>
                    <a:pt x="0" y="738632"/>
                  </a:moveTo>
                  <a:cubicBezTo>
                    <a:pt x="0" y="330708"/>
                    <a:pt x="330708" y="0"/>
                    <a:pt x="738632" y="0"/>
                  </a:cubicBezTo>
                  <a:lnTo>
                    <a:pt x="11558270" y="0"/>
                  </a:lnTo>
                  <a:cubicBezTo>
                    <a:pt x="11966194" y="0"/>
                    <a:pt x="12296901" y="330708"/>
                    <a:pt x="12296901" y="738632"/>
                  </a:cubicBezTo>
                  <a:lnTo>
                    <a:pt x="12296901" y="4068572"/>
                  </a:lnTo>
                  <a:cubicBezTo>
                    <a:pt x="12296901" y="4476496"/>
                    <a:pt x="11966194" y="4807204"/>
                    <a:pt x="11558270" y="4807204"/>
                  </a:cubicBezTo>
                  <a:lnTo>
                    <a:pt x="738632" y="4807204"/>
                  </a:lnTo>
                  <a:cubicBezTo>
                    <a:pt x="330708" y="4807204"/>
                    <a:pt x="0" y="4476496"/>
                    <a:pt x="0" y="4068572"/>
                  </a:cubicBezTo>
                  <a:close/>
                </a:path>
              </a:pathLst>
            </a:custGeom>
            <a:solidFill>
              <a:srgbClr val="1A405D"/>
            </a:solidFill>
          </p:spPr>
          <p:txBody>
            <a:bodyPr/>
            <a:lstStyle/>
            <a:p>
              <a:endParaRPr lang="pt-BR"/>
            </a:p>
          </p:txBody>
        </p:sp>
      </p:grpSp>
      <p:sp>
        <p:nvSpPr>
          <p:cNvPr id="19" name="AutoShape 19"/>
          <p:cNvSpPr/>
          <p:nvPr/>
        </p:nvSpPr>
        <p:spPr>
          <a:xfrm rot="4971480">
            <a:off x="6370568" y="6674653"/>
            <a:ext cx="2325624" cy="0"/>
          </a:xfrm>
          <a:prstGeom prst="line">
            <a:avLst/>
          </a:prstGeom>
          <a:ln w="114300" cap="rnd">
            <a:solidFill>
              <a:srgbClr val="FFFFFF">
                <a:alpha val="19608"/>
              </a:srgbClr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pt-BR"/>
          </a:p>
        </p:txBody>
      </p:sp>
      <p:sp>
        <p:nvSpPr>
          <p:cNvPr id="20" name="AutoShape 20"/>
          <p:cNvSpPr/>
          <p:nvPr/>
        </p:nvSpPr>
        <p:spPr>
          <a:xfrm rot="4971480">
            <a:off x="6951040" y="6674653"/>
            <a:ext cx="2325624" cy="0"/>
          </a:xfrm>
          <a:prstGeom prst="line">
            <a:avLst/>
          </a:prstGeom>
          <a:ln w="114300" cap="rnd">
            <a:solidFill>
              <a:srgbClr val="FFFFFF">
                <a:alpha val="19608"/>
              </a:srgbClr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pt-BR"/>
          </a:p>
        </p:txBody>
      </p:sp>
      <p:sp>
        <p:nvSpPr>
          <p:cNvPr id="21" name="AutoShape 21"/>
          <p:cNvSpPr/>
          <p:nvPr/>
        </p:nvSpPr>
        <p:spPr>
          <a:xfrm rot="4971480">
            <a:off x="7531522" y="6674653"/>
            <a:ext cx="2325624" cy="0"/>
          </a:xfrm>
          <a:prstGeom prst="line">
            <a:avLst/>
          </a:prstGeom>
          <a:ln w="114300" cap="rnd">
            <a:solidFill>
              <a:srgbClr val="FFFFFF">
                <a:alpha val="19608"/>
              </a:srgbClr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pt-BR"/>
          </a:p>
        </p:txBody>
      </p:sp>
      <p:sp>
        <p:nvSpPr>
          <p:cNvPr id="22" name="AutoShape 22"/>
          <p:cNvSpPr/>
          <p:nvPr/>
        </p:nvSpPr>
        <p:spPr>
          <a:xfrm rot="4971480">
            <a:off x="8112004" y="6674653"/>
            <a:ext cx="2325624" cy="0"/>
          </a:xfrm>
          <a:prstGeom prst="line">
            <a:avLst/>
          </a:prstGeom>
          <a:ln w="114300" cap="rnd">
            <a:solidFill>
              <a:srgbClr val="FFFFFF">
                <a:alpha val="19608"/>
              </a:srgbClr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pt-BR"/>
          </a:p>
        </p:txBody>
      </p:sp>
      <p:sp>
        <p:nvSpPr>
          <p:cNvPr id="23" name="AutoShape 23"/>
          <p:cNvSpPr/>
          <p:nvPr/>
        </p:nvSpPr>
        <p:spPr>
          <a:xfrm rot="4646760">
            <a:off x="6868287" y="7179259"/>
            <a:ext cx="1330176" cy="0"/>
          </a:xfrm>
          <a:prstGeom prst="line">
            <a:avLst/>
          </a:prstGeom>
          <a:ln w="114300" cap="rnd">
            <a:solidFill>
              <a:srgbClr val="FFFFFF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pt-BR"/>
          </a:p>
        </p:txBody>
      </p:sp>
      <p:sp>
        <p:nvSpPr>
          <p:cNvPr id="24" name="AutoShape 24"/>
          <p:cNvSpPr/>
          <p:nvPr/>
        </p:nvSpPr>
        <p:spPr>
          <a:xfrm rot="4897500">
            <a:off x="7121271" y="6846437"/>
            <a:ext cx="1985181" cy="0"/>
          </a:xfrm>
          <a:prstGeom prst="line">
            <a:avLst/>
          </a:prstGeom>
          <a:ln w="114300" cap="rnd">
            <a:solidFill>
              <a:srgbClr val="FFFFFF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pt-BR"/>
          </a:p>
        </p:txBody>
      </p:sp>
      <p:sp>
        <p:nvSpPr>
          <p:cNvPr id="25" name="AutoShape 25"/>
          <p:cNvSpPr/>
          <p:nvPr/>
        </p:nvSpPr>
        <p:spPr>
          <a:xfrm rot="4425540">
            <a:off x="8177413" y="7332145"/>
            <a:ext cx="1033844" cy="0"/>
          </a:xfrm>
          <a:prstGeom prst="line">
            <a:avLst/>
          </a:prstGeom>
          <a:ln w="114300" cap="rnd">
            <a:solidFill>
              <a:srgbClr val="FFFFFF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pt-BR"/>
          </a:p>
        </p:txBody>
      </p:sp>
      <p:sp>
        <p:nvSpPr>
          <p:cNvPr id="26" name="AutoShape 26"/>
          <p:cNvSpPr/>
          <p:nvPr/>
        </p:nvSpPr>
        <p:spPr>
          <a:xfrm rot="4793820">
            <a:off x="8450656" y="7017068"/>
            <a:ext cx="1648320" cy="0"/>
          </a:xfrm>
          <a:prstGeom prst="line">
            <a:avLst/>
          </a:prstGeom>
          <a:ln w="114300" cap="rnd">
            <a:solidFill>
              <a:srgbClr val="FFFFFF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pt-BR"/>
          </a:p>
        </p:txBody>
      </p:sp>
      <p:sp>
        <p:nvSpPr>
          <p:cNvPr id="27" name="TextBox 27"/>
          <p:cNvSpPr txBox="1"/>
          <p:nvPr/>
        </p:nvSpPr>
        <p:spPr>
          <a:xfrm>
            <a:off x="11399872" y="1681124"/>
            <a:ext cx="4002148" cy="240314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879"/>
              </a:lnSpc>
            </a:pPr>
            <a:r>
              <a:rPr lang="en-US" sz="2400" dirty="0">
                <a:solidFill>
                  <a:srgbClr val="161634"/>
                </a:solidFill>
                <a:latin typeface="Source Sans 3 Light"/>
                <a:ea typeface="Source Sans 3 Light"/>
                <a:cs typeface="Source Sans 3 Light"/>
                <a:sym typeface="Source Sans 3 Light"/>
              </a:rPr>
              <a:t>Lorem Ipsum is simply dummy text of the printing and typesetting industry. Lorem Ipsum has been the industry's standard dummy text ever since the 1500s</a:t>
            </a:r>
          </a:p>
        </p:txBody>
      </p:sp>
      <p:sp>
        <p:nvSpPr>
          <p:cNvPr id="28" name="TextBox 28"/>
          <p:cNvSpPr txBox="1"/>
          <p:nvPr/>
        </p:nvSpPr>
        <p:spPr>
          <a:xfrm>
            <a:off x="11399872" y="5654326"/>
            <a:ext cx="4002148" cy="21717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879"/>
              </a:lnSpc>
            </a:pPr>
            <a:r>
              <a:rPr lang="en-US" sz="2400">
                <a:solidFill>
                  <a:srgbClr val="161634"/>
                </a:solidFill>
                <a:latin typeface="Source Sans 3 Light"/>
                <a:ea typeface="Source Sans 3 Light"/>
                <a:cs typeface="Source Sans 3 Light"/>
                <a:sym typeface="Source Sans 3 Light"/>
              </a:rPr>
              <a:t>Lorem Ipsum is simply dummy text of the printing and typesetting industry. Lorem Ipsum has been the industry's standard dummy text ever since the 1500s.</a:t>
            </a:r>
          </a:p>
        </p:txBody>
      </p:sp>
      <p:sp>
        <p:nvSpPr>
          <p:cNvPr id="29" name="TextBox 29"/>
          <p:cNvSpPr txBox="1"/>
          <p:nvPr/>
        </p:nvSpPr>
        <p:spPr>
          <a:xfrm>
            <a:off x="1789843" y="5485019"/>
            <a:ext cx="3426000" cy="56392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320"/>
              </a:lnSpc>
            </a:pPr>
            <a:r>
              <a:rPr lang="en-US" sz="3600">
                <a:solidFill>
                  <a:srgbClr val="FFFFFF"/>
                </a:solidFill>
                <a:latin typeface="Source Sans 3"/>
                <a:ea typeface="Source Sans 3"/>
                <a:cs typeface="Source Sans 3"/>
                <a:sym typeface="Source Sans 3"/>
              </a:rPr>
              <a:t>Título</a:t>
            </a:r>
          </a:p>
        </p:txBody>
      </p:sp>
      <p:sp>
        <p:nvSpPr>
          <p:cNvPr id="30" name="TextBox 30"/>
          <p:cNvSpPr txBox="1"/>
          <p:nvPr/>
        </p:nvSpPr>
        <p:spPr>
          <a:xfrm>
            <a:off x="1789843" y="5840120"/>
            <a:ext cx="5966403" cy="203159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5840"/>
              </a:lnSpc>
            </a:pPr>
            <a:r>
              <a:rPr lang="en-US" sz="13200" b="1">
                <a:solidFill>
                  <a:srgbClr val="FFFFFF"/>
                </a:solidFill>
                <a:latin typeface="Source Sans 3 Bold"/>
                <a:ea typeface="Source Sans 3 Bold"/>
                <a:cs typeface="Source Sans 3 Bold"/>
                <a:sym typeface="Source Sans 3 Bold"/>
              </a:rPr>
              <a:t>999</a:t>
            </a:r>
          </a:p>
        </p:txBody>
      </p:sp>
      <p:sp>
        <p:nvSpPr>
          <p:cNvPr id="31" name="TextBox 31"/>
          <p:cNvSpPr txBox="1"/>
          <p:nvPr/>
        </p:nvSpPr>
        <p:spPr>
          <a:xfrm>
            <a:off x="1789843" y="7666949"/>
            <a:ext cx="3228003" cy="38864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879"/>
              </a:lnSpc>
            </a:pPr>
            <a:r>
              <a:rPr lang="en-US" sz="2400">
                <a:solidFill>
                  <a:srgbClr val="FFFFFF"/>
                </a:solidFill>
                <a:latin typeface="Helvetica"/>
                <a:ea typeface="Helvetica"/>
                <a:cs typeface="Helvetica"/>
                <a:sym typeface="Helvetica"/>
              </a:rPr>
              <a:t>+134 do mês anterior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  <p:txBody>
          <a:bodyPr/>
          <a:lstStyle/>
          <a:p>
            <a:endParaRPr lang="pt-BR"/>
          </a:p>
        </p:txBody>
      </p:sp>
      <p:grpSp>
        <p:nvGrpSpPr>
          <p:cNvPr id="3" name="Group 3"/>
          <p:cNvGrpSpPr/>
          <p:nvPr/>
        </p:nvGrpSpPr>
        <p:grpSpPr>
          <a:xfrm>
            <a:off x="1079983" y="8915009"/>
            <a:ext cx="1333605" cy="401183"/>
            <a:chOff x="0" y="0"/>
            <a:chExt cx="1778140" cy="534911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1778127" cy="534924"/>
            </a:xfrm>
            <a:custGeom>
              <a:avLst/>
              <a:gdLst/>
              <a:ahLst/>
              <a:cxnLst/>
              <a:rect l="l" t="t" r="r" b="b"/>
              <a:pathLst>
                <a:path w="1778127" h="534924">
                  <a:moveTo>
                    <a:pt x="0" y="0"/>
                  </a:moveTo>
                  <a:lnTo>
                    <a:pt x="1778127" y="0"/>
                  </a:lnTo>
                  <a:lnTo>
                    <a:pt x="1778127" y="534924"/>
                  </a:lnTo>
                  <a:lnTo>
                    <a:pt x="0" y="53492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b="2"/>
              </a:stretch>
            </a:blipFill>
          </p:spPr>
          <p:txBody>
            <a:bodyPr/>
            <a:lstStyle/>
            <a:p>
              <a:endParaRPr lang="pt-BR"/>
            </a:p>
          </p:txBody>
        </p:sp>
      </p:grpSp>
      <p:grpSp>
        <p:nvGrpSpPr>
          <p:cNvPr id="5" name="Group 5"/>
          <p:cNvGrpSpPr/>
          <p:nvPr/>
        </p:nvGrpSpPr>
        <p:grpSpPr>
          <a:xfrm>
            <a:off x="1080002" y="1819199"/>
            <a:ext cx="6484801" cy="6673796"/>
            <a:chOff x="0" y="0"/>
            <a:chExt cx="8646401" cy="8898395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8646414" cy="8898382"/>
            </a:xfrm>
            <a:custGeom>
              <a:avLst/>
              <a:gdLst/>
              <a:ahLst/>
              <a:cxnLst/>
              <a:rect l="l" t="t" r="r" b="b"/>
              <a:pathLst>
                <a:path w="8646414" h="8898382">
                  <a:moveTo>
                    <a:pt x="0" y="672211"/>
                  </a:moveTo>
                  <a:cubicBezTo>
                    <a:pt x="0" y="300990"/>
                    <a:pt x="300990" y="0"/>
                    <a:pt x="672211" y="0"/>
                  </a:cubicBezTo>
                  <a:lnTo>
                    <a:pt x="7974203" y="0"/>
                  </a:lnTo>
                  <a:cubicBezTo>
                    <a:pt x="8345424" y="0"/>
                    <a:pt x="8646414" y="300990"/>
                    <a:pt x="8646414" y="672211"/>
                  </a:cubicBezTo>
                  <a:lnTo>
                    <a:pt x="8646414" y="8226171"/>
                  </a:lnTo>
                  <a:cubicBezTo>
                    <a:pt x="8646414" y="8597392"/>
                    <a:pt x="8345424" y="8898382"/>
                    <a:pt x="7974203" y="8898382"/>
                  </a:cubicBezTo>
                  <a:lnTo>
                    <a:pt x="672211" y="8898382"/>
                  </a:lnTo>
                  <a:cubicBezTo>
                    <a:pt x="300990" y="8898382"/>
                    <a:pt x="0" y="8597519"/>
                    <a:pt x="0" y="8226171"/>
                  </a:cubicBezTo>
                  <a:close/>
                </a:path>
              </a:pathLst>
            </a:custGeom>
            <a:solidFill>
              <a:srgbClr val="6BA8D7">
                <a:alpha val="784"/>
              </a:srgbClr>
            </a:solidFill>
          </p:spPr>
          <p:txBody>
            <a:bodyPr/>
            <a:lstStyle/>
            <a:p>
              <a:endParaRPr lang="pt-BR"/>
            </a:p>
          </p:txBody>
        </p:sp>
      </p:grpSp>
      <p:sp>
        <p:nvSpPr>
          <p:cNvPr id="7" name="Freeform 7"/>
          <p:cNvSpPr/>
          <p:nvPr/>
        </p:nvSpPr>
        <p:spPr>
          <a:xfrm>
            <a:off x="1832277" y="3060935"/>
            <a:ext cx="4980242" cy="4980242"/>
          </a:xfrm>
          <a:custGeom>
            <a:avLst/>
            <a:gdLst/>
            <a:ahLst/>
            <a:cxnLst/>
            <a:rect l="l" t="t" r="r" b="b"/>
            <a:pathLst>
              <a:path w="4980242" h="4980242">
                <a:moveTo>
                  <a:pt x="0" y="0"/>
                </a:moveTo>
                <a:lnTo>
                  <a:pt x="4980241" y="0"/>
                </a:lnTo>
                <a:lnTo>
                  <a:pt x="4980241" y="4980241"/>
                </a:lnTo>
                <a:lnTo>
                  <a:pt x="0" y="4980241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pt-BR"/>
          </a:p>
        </p:txBody>
      </p:sp>
      <p:grpSp>
        <p:nvGrpSpPr>
          <p:cNvPr id="8" name="Group 8"/>
          <p:cNvGrpSpPr/>
          <p:nvPr/>
        </p:nvGrpSpPr>
        <p:grpSpPr>
          <a:xfrm>
            <a:off x="3661829" y="6507080"/>
            <a:ext cx="1362599" cy="615601"/>
            <a:chOff x="0" y="0"/>
            <a:chExt cx="1816798" cy="820801"/>
          </a:xfrm>
        </p:grpSpPr>
        <p:sp>
          <p:nvSpPr>
            <p:cNvPr id="9" name="Freeform 9"/>
            <p:cNvSpPr/>
            <p:nvPr/>
          </p:nvSpPr>
          <p:spPr>
            <a:xfrm>
              <a:off x="0" y="0"/>
              <a:ext cx="1816800" cy="820800"/>
            </a:xfrm>
            <a:custGeom>
              <a:avLst/>
              <a:gdLst/>
              <a:ahLst/>
              <a:cxnLst/>
              <a:rect l="l" t="t" r="r" b="b"/>
              <a:pathLst>
                <a:path w="1816800" h="820800">
                  <a:moveTo>
                    <a:pt x="0" y="0"/>
                  </a:moveTo>
                  <a:lnTo>
                    <a:pt x="1816800" y="0"/>
                  </a:lnTo>
                  <a:lnTo>
                    <a:pt x="1816800" y="820800"/>
                  </a:lnTo>
                  <a:lnTo>
                    <a:pt x="0" y="820800"/>
                  </a:lnTo>
                  <a:close/>
                </a:path>
              </a:pathLst>
            </a:custGeom>
            <a:blipFill>
              <a:blip r:embed="rId6">
                <a:alphaModFix amt="0"/>
              </a:blip>
              <a:stretch>
                <a:fillRect l="-7965" r="-7965"/>
              </a:stretch>
            </a:blipFill>
          </p:spPr>
          <p:txBody>
            <a:bodyPr/>
            <a:lstStyle/>
            <a:p>
              <a:endParaRPr lang="pt-BR"/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0" y="0"/>
              <a:ext cx="1816798" cy="820801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3359"/>
                </a:lnSpc>
              </a:pPr>
              <a:r>
                <a:rPr lang="en-US" sz="2799">
                  <a:solidFill>
                    <a:srgbClr val="FFFFFF"/>
                  </a:solidFill>
                  <a:latin typeface="Source Sans 3 Light"/>
                  <a:ea typeface="Source Sans 3 Light"/>
                  <a:cs typeface="Source Sans 3 Light"/>
                  <a:sym typeface="Source Sans 3 Light"/>
                </a:rPr>
                <a:t>00</a:t>
              </a:r>
            </a:p>
          </p:txBody>
        </p:sp>
      </p:grpSp>
      <p:grpSp>
        <p:nvGrpSpPr>
          <p:cNvPr id="11" name="Group 11"/>
          <p:cNvGrpSpPr/>
          <p:nvPr/>
        </p:nvGrpSpPr>
        <p:grpSpPr>
          <a:xfrm>
            <a:off x="3661829" y="5108915"/>
            <a:ext cx="1362599" cy="553803"/>
            <a:chOff x="0" y="0"/>
            <a:chExt cx="1816798" cy="738403"/>
          </a:xfrm>
        </p:grpSpPr>
        <p:sp>
          <p:nvSpPr>
            <p:cNvPr id="12" name="Freeform 12"/>
            <p:cNvSpPr/>
            <p:nvPr/>
          </p:nvSpPr>
          <p:spPr>
            <a:xfrm>
              <a:off x="0" y="0"/>
              <a:ext cx="1816800" cy="738400"/>
            </a:xfrm>
            <a:custGeom>
              <a:avLst/>
              <a:gdLst/>
              <a:ahLst/>
              <a:cxnLst/>
              <a:rect l="l" t="t" r="r" b="b"/>
              <a:pathLst>
                <a:path w="1816800" h="738400">
                  <a:moveTo>
                    <a:pt x="0" y="0"/>
                  </a:moveTo>
                  <a:lnTo>
                    <a:pt x="1816800" y="0"/>
                  </a:lnTo>
                  <a:lnTo>
                    <a:pt x="1816800" y="738400"/>
                  </a:lnTo>
                  <a:lnTo>
                    <a:pt x="0" y="738400"/>
                  </a:lnTo>
                  <a:close/>
                </a:path>
              </a:pathLst>
            </a:custGeom>
            <a:blipFill>
              <a:blip r:embed="rId6">
                <a:alphaModFix amt="0"/>
              </a:blip>
              <a:stretch>
                <a:fillRect l="-2146" r="-2146"/>
              </a:stretch>
            </a:blipFill>
          </p:spPr>
          <p:txBody>
            <a:bodyPr/>
            <a:lstStyle/>
            <a:p>
              <a:endParaRPr lang="pt-BR"/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0" y="0"/>
              <a:ext cx="1816798" cy="738403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2879"/>
                </a:lnSpc>
              </a:pPr>
              <a:r>
                <a:rPr lang="en-US" sz="2400">
                  <a:solidFill>
                    <a:srgbClr val="FFFFFF"/>
                  </a:solidFill>
                  <a:latin typeface="Source Sans 3 Light"/>
                  <a:ea typeface="Source Sans 3 Light"/>
                  <a:cs typeface="Source Sans 3 Light"/>
                  <a:sym typeface="Source Sans 3 Light"/>
                </a:rPr>
                <a:t>00</a:t>
              </a:r>
            </a:p>
          </p:txBody>
        </p:sp>
      </p:grpSp>
      <p:grpSp>
        <p:nvGrpSpPr>
          <p:cNvPr id="14" name="Group 14"/>
          <p:cNvGrpSpPr/>
          <p:nvPr/>
        </p:nvGrpSpPr>
        <p:grpSpPr>
          <a:xfrm>
            <a:off x="3661829" y="4175722"/>
            <a:ext cx="1362599" cy="553803"/>
            <a:chOff x="0" y="0"/>
            <a:chExt cx="1816798" cy="738403"/>
          </a:xfrm>
        </p:grpSpPr>
        <p:sp>
          <p:nvSpPr>
            <p:cNvPr id="15" name="Freeform 15"/>
            <p:cNvSpPr/>
            <p:nvPr/>
          </p:nvSpPr>
          <p:spPr>
            <a:xfrm>
              <a:off x="0" y="0"/>
              <a:ext cx="1816800" cy="738400"/>
            </a:xfrm>
            <a:custGeom>
              <a:avLst/>
              <a:gdLst/>
              <a:ahLst/>
              <a:cxnLst/>
              <a:rect l="l" t="t" r="r" b="b"/>
              <a:pathLst>
                <a:path w="1816800" h="738400">
                  <a:moveTo>
                    <a:pt x="0" y="0"/>
                  </a:moveTo>
                  <a:lnTo>
                    <a:pt x="1816800" y="0"/>
                  </a:lnTo>
                  <a:lnTo>
                    <a:pt x="1816800" y="738400"/>
                  </a:lnTo>
                  <a:lnTo>
                    <a:pt x="0" y="738400"/>
                  </a:lnTo>
                  <a:close/>
                </a:path>
              </a:pathLst>
            </a:custGeom>
            <a:blipFill>
              <a:blip r:embed="rId6">
                <a:alphaModFix amt="0"/>
              </a:blip>
              <a:stretch>
                <a:fillRect l="-2146" r="-2146"/>
              </a:stretch>
            </a:blipFill>
          </p:spPr>
          <p:txBody>
            <a:bodyPr/>
            <a:lstStyle/>
            <a:p>
              <a:endParaRPr lang="pt-BR"/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0" y="0"/>
              <a:ext cx="1816798" cy="738403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2879"/>
                </a:lnSpc>
              </a:pPr>
              <a:r>
                <a:rPr lang="en-US" sz="2400">
                  <a:solidFill>
                    <a:srgbClr val="FFFFFF"/>
                  </a:solidFill>
                  <a:latin typeface="Source Sans 3 Light"/>
                  <a:ea typeface="Source Sans 3 Light"/>
                  <a:cs typeface="Source Sans 3 Light"/>
                  <a:sym typeface="Source Sans 3 Light"/>
                </a:rPr>
                <a:t>000</a:t>
              </a:r>
            </a:p>
          </p:txBody>
        </p:sp>
      </p:grpSp>
      <p:grpSp>
        <p:nvGrpSpPr>
          <p:cNvPr id="17" name="Group 17"/>
          <p:cNvGrpSpPr/>
          <p:nvPr/>
        </p:nvGrpSpPr>
        <p:grpSpPr>
          <a:xfrm>
            <a:off x="3661829" y="3331274"/>
            <a:ext cx="1362599" cy="553803"/>
            <a:chOff x="0" y="0"/>
            <a:chExt cx="1816798" cy="738403"/>
          </a:xfrm>
        </p:grpSpPr>
        <p:sp>
          <p:nvSpPr>
            <p:cNvPr id="18" name="Freeform 18"/>
            <p:cNvSpPr/>
            <p:nvPr/>
          </p:nvSpPr>
          <p:spPr>
            <a:xfrm>
              <a:off x="0" y="0"/>
              <a:ext cx="1816800" cy="738400"/>
            </a:xfrm>
            <a:custGeom>
              <a:avLst/>
              <a:gdLst/>
              <a:ahLst/>
              <a:cxnLst/>
              <a:rect l="l" t="t" r="r" b="b"/>
              <a:pathLst>
                <a:path w="1816800" h="738400">
                  <a:moveTo>
                    <a:pt x="0" y="0"/>
                  </a:moveTo>
                  <a:lnTo>
                    <a:pt x="1816800" y="0"/>
                  </a:lnTo>
                  <a:lnTo>
                    <a:pt x="1816800" y="738400"/>
                  </a:lnTo>
                  <a:lnTo>
                    <a:pt x="0" y="738400"/>
                  </a:lnTo>
                  <a:close/>
                </a:path>
              </a:pathLst>
            </a:custGeom>
            <a:blipFill>
              <a:blip r:embed="rId6">
                <a:alphaModFix amt="0"/>
              </a:blip>
              <a:stretch>
                <a:fillRect l="-2146" r="-2146"/>
              </a:stretch>
            </a:blipFill>
          </p:spPr>
          <p:txBody>
            <a:bodyPr/>
            <a:lstStyle/>
            <a:p>
              <a:endParaRPr lang="pt-BR"/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0" y="0"/>
              <a:ext cx="1816798" cy="738403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2879"/>
                </a:lnSpc>
              </a:pPr>
              <a:r>
                <a:rPr lang="en-US" sz="2400">
                  <a:solidFill>
                    <a:srgbClr val="FFFFFF"/>
                  </a:solidFill>
                  <a:latin typeface="Source Sans 3 Light"/>
                  <a:ea typeface="Source Sans 3 Light"/>
                  <a:cs typeface="Source Sans 3 Light"/>
                  <a:sym typeface="Source Sans 3 Light"/>
                </a:rPr>
                <a:t>0000</a:t>
              </a:r>
            </a:p>
          </p:txBody>
        </p:sp>
      </p:grpSp>
      <p:sp>
        <p:nvSpPr>
          <p:cNvPr id="20" name="TextBox 20"/>
          <p:cNvSpPr txBox="1"/>
          <p:nvPr/>
        </p:nvSpPr>
        <p:spPr>
          <a:xfrm>
            <a:off x="1630518" y="2423674"/>
            <a:ext cx="4317597" cy="36959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879"/>
              </a:lnSpc>
            </a:pPr>
            <a:r>
              <a:rPr lang="en-US" sz="2400">
                <a:solidFill>
                  <a:srgbClr val="FFFFFF"/>
                </a:solidFill>
                <a:latin typeface="Source Sans 3 Light"/>
                <a:ea typeface="Source Sans 3 Light"/>
                <a:cs typeface="Source Sans 3 Light"/>
                <a:sym typeface="Source Sans 3 Light"/>
              </a:rPr>
              <a:t>Título</a:t>
            </a:r>
          </a:p>
        </p:txBody>
      </p:sp>
      <p:grpSp>
        <p:nvGrpSpPr>
          <p:cNvPr id="21" name="Group 21"/>
          <p:cNvGrpSpPr/>
          <p:nvPr/>
        </p:nvGrpSpPr>
        <p:grpSpPr>
          <a:xfrm>
            <a:off x="5189591" y="6935962"/>
            <a:ext cx="1842002" cy="1105195"/>
            <a:chOff x="0" y="0"/>
            <a:chExt cx="2456002" cy="1473594"/>
          </a:xfrm>
        </p:grpSpPr>
        <p:sp>
          <p:nvSpPr>
            <p:cNvPr id="22" name="Freeform 22"/>
            <p:cNvSpPr/>
            <p:nvPr/>
          </p:nvSpPr>
          <p:spPr>
            <a:xfrm>
              <a:off x="0" y="0"/>
              <a:ext cx="2456053" cy="1473581"/>
            </a:xfrm>
            <a:custGeom>
              <a:avLst/>
              <a:gdLst/>
              <a:ahLst/>
              <a:cxnLst/>
              <a:rect l="l" t="t" r="r" b="b"/>
              <a:pathLst>
                <a:path w="2456053" h="1473581">
                  <a:moveTo>
                    <a:pt x="0" y="310261"/>
                  </a:moveTo>
                  <a:cubicBezTo>
                    <a:pt x="0" y="138938"/>
                    <a:pt x="138938" y="0"/>
                    <a:pt x="310261" y="0"/>
                  </a:cubicBezTo>
                  <a:lnTo>
                    <a:pt x="2145792" y="0"/>
                  </a:lnTo>
                  <a:cubicBezTo>
                    <a:pt x="2317115" y="0"/>
                    <a:pt x="2456053" y="138938"/>
                    <a:pt x="2456053" y="310261"/>
                  </a:cubicBezTo>
                  <a:lnTo>
                    <a:pt x="2456053" y="1163320"/>
                  </a:lnTo>
                  <a:cubicBezTo>
                    <a:pt x="2456053" y="1334643"/>
                    <a:pt x="2317115" y="1473581"/>
                    <a:pt x="2145792" y="1473581"/>
                  </a:cubicBezTo>
                  <a:lnTo>
                    <a:pt x="310261" y="1473581"/>
                  </a:lnTo>
                  <a:cubicBezTo>
                    <a:pt x="138938" y="1473581"/>
                    <a:pt x="0" y="1334643"/>
                    <a:pt x="0" y="1163320"/>
                  </a:cubicBezTo>
                  <a:close/>
                </a:path>
              </a:pathLst>
            </a:custGeom>
            <a:solidFill>
              <a:srgbClr val="FFFFFF"/>
            </a:solidFill>
          </p:spPr>
          <p:txBody>
            <a:bodyPr/>
            <a:lstStyle/>
            <a:p>
              <a:endParaRPr lang="pt-BR"/>
            </a:p>
          </p:txBody>
        </p:sp>
      </p:grpSp>
      <p:sp>
        <p:nvSpPr>
          <p:cNvPr id="23" name="TextBox 23"/>
          <p:cNvSpPr txBox="1"/>
          <p:nvPr/>
        </p:nvSpPr>
        <p:spPr>
          <a:xfrm>
            <a:off x="5016065" y="7155447"/>
            <a:ext cx="2188950" cy="65673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320"/>
              </a:lnSpc>
            </a:pPr>
            <a:r>
              <a:rPr lang="en-US" sz="3600">
                <a:solidFill>
                  <a:srgbClr val="161634"/>
                </a:solidFill>
                <a:latin typeface="Source Sans 3 Light"/>
                <a:ea typeface="Source Sans 3 Light"/>
                <a:cs typeface="Source Sans 3 Light"/>
                <a:sym typeface="Source Sans 3 Light"/>
              </a:rPr>
              <a:t>5,892</a:t>
            </a:r>
          </a:p>
        </p:txBody>
      </p:sp>
      <p:sp>
        <p:nvSpPr>
          <p:cNvPr id="24" name="TextBox 24"/>
          <p:cNvSpPr txBox="1"/>
          <p:nvPr/>
        </p:nvSpPr>
        <p:spPr>
          <a:xfrm>
            <a:off x="1171404" y="1062228"/>
            <a:ext cx="4738954" cy="37395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920"/>
              </a:lnSpc>
            </a:pPr>
            <a:r>
              <a:rPr lang="en-US" sz="1600">
                <a:solidFill>
                  <a:srgbClr val="999999"/>
                </a:solidFill>
                <a:latin typeface="Source Sans 3"/>
                <a:ea typeface="Source Sans 3"/>
                <a:cs typeface="Source Sans 3"/>
                <a:sym typeface="Source Sans 3"/>
              </a:rPr>
              <a:t>SLIDES EXEMPLO</a:t>
            </a:r>
          </a:p>
        </p:txBody>
      </p:sp>
      <p:sp>
        <p:nvSpPr>
          <p:cNvPr id="25" name="TextBox 25"/>
          <p:cNvSpPr txBox="1"/>
          <p:nvPr/>
        </p:nvSpPr>
        <p:spPr>
          <a:xfrm>
            <a:off x="10695422" y="3444221"/>
            <a:ext cx="5201545" cy="339854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879"/>
              </a:lnSpc>
            </a:pPr>
            <a:r>
              <a:rPr lang="en-US" sz="2400">
                <a:solidFill>
                  <a:srgbClr val="FFFFFF"/>
                </a:solidFill>
                <a:latin typeface="Source Sans 3 Light"/>
                <a:ea typeface="Source Sans 3 Light"/>
                <a:cs typeface="Source Sans 3 Light"/>
                <a:sym typeface="Source Sans 3 Light"/>
              </a:rPr>
              <a:t>Descreva aqui um pouco sobre a sua análise:</a:t>
            </a:r>
          </a:p>
          <a:p>
            <a:pPr marL="786720" lvl="1" indent="-393360" algn="l">
              <a:lnSpc>
                <a:spcPts val="2879"/>
              </a:lnSpc>
              <a:buAutoNum type="arabicPeriod"/>
            </a:pPr>
            <a:r>
              <a:rPr lang="en-US" sz="2400">
                <a:solidFill>
                  <a:srgbClr val="FFFFFF"/>
                </a:solidFill>
                <a:latin typeface="Source Sans 3 Light"/>
                <a:ea typeface="Source Sans 3 Light"/>
                <a:cs typeface="Source Sans 3 Light"/>
                <a:sym typeface="Source Sans 3 Light"/>
              </a:rPr>
              <a:t>prefira o uso de tópicos para um diagnóstico objetivo;</a:t>
            </a:r>
          </a:p>
          <a:p>
            <a:pPr marL="786720" lvl="1" indent="-393360" algn="l">
              <a:lnSpc>
                <a:spcPts val="2879"/>
              </a:lnSpc>
              <a:buAutoNum type="arabicPeriod"/>
            </a:pPr>
            <a:r>
              <a:rPr lang="en-US" sz="2400">
                <a:solidFill>
                  <a:srgbClr val="FFFFFF"/>
                </a:solidFill>
                <a:latin typeface="Source Sans 3 Light"/>
                <a:ea typeface="Source Sans 3 Light"/>
                <a:cs typeface="Source Sans 3 Light"/>
                <a:sym typeface="Source Sans 3 Light"/>
              </a:rPr>
              <a:t>prefira o uso de tópicos para um diagnóstico objetivo;</a:t>
            </a:r>
          </a:p>
          <a:p>
            <a:pPr marL="786720" lvl="1" indent="-393360" algn="l">
              <a:lnSpc>
                <a:spcPts val="2879"/>
              </a:lnSpc>
              <a:buAutoNum type="arabicPeriod"/>
            </a:pPr>
            <a:r>
              <a:rPr lang="en-US" sz="2400">
                <a:solidFill>
                  <a:srgbClr val="FFFFFF"/>
                </a:solidFill>
                <a:latin typeface="Source Sans 3 Light"/>
                <a:ea typeface="Source Sans 3 Light"/>
                <a:cs typeface="Source Sans 3 Light"/>
                <a:sym typeface="Source Sans 3 Light"/>
              </a:rPr>
              <a:t>prefira o uso de tópicos para um diagnóstico objetivo;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10B117E-B4DA-FDB1-6005-751744A7301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>
            <a:extLst>
              <a:ext uri="{FF2B5EF4-FFF2-40B4-BE49-F238E27FC236}">
                <a16:creationId xmlns:a16="http://schemas.microsoft.com/office/drawing/2014/main" id="{23B4DCD2-6D60-059C-0B8B-F831AF09B95B}"/>
              </a:ext>
            </a:extLst>
          </p:cNvPr>
          <p:cNvSpPr/>
          <p:nvPr/>
        </p:nvSpPr>
        <p:spPr>
          <a:xfrm>
            <a:off x="4011" y="61503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  <p:txBody>
          <a:bodyPr/>
          <a:lstStyle/>
          <a:p>
            <a:endParaRPr lang="pt-BR" dirty="0"/>
          </a:p>
        </p:txBody>
      </p:sp>
      <p:grpSp>
        <p:nvGrpSpPr>
          <p:cNvPr id="3" name="Group 3">
            <a:extLst>
              <a:ext uri="{FF2B5EF4-FFF2-40B4-BE49-F238E27FC236}">
                <a16:creationId xmlns:a16="http://schemas.microsoft.com/office/drawing/2014/main" id="{D6D0C1E7-C11B-B9B1-7B6D-14C92276B32E}"/>
              </a:ext>
            </a:extLst>
          </p:cNvPr>
          <p:cNvGrpSpPr/>
          <p:nvPr/>
        </p:nvGrpSpPr>
        <p:grpSpPr>
          <a:xfrm>
            <a:off x="1054056" y="8973912"/>
            <a:ext cx="1125112" cy="338404"/>
            <a:chOff x="0" y="0"/>
            <a:chExt cx="1500149" cy="451206"/>
          </a:xfrm>
        </p:grpSpPr>
        <p:sp>
          <p:nvSpPr>
            <p:cNvPr id="4" name="Freeform 4">
              <a:extLst>
                <a:ext uri="{FF2B5EF4-FFF2-40B4-BE49-F238E27FC236}">
                  <a16:creationId xmlns:a16="http://schemas.microsoft.com/office/drawing/2014/main" id="{E1D5B413-14E3-539B-2AAE-EAA9E58798A4}"/>
                </a:ext>
              </a:extLst>
            </p:cNvPr>
            <p:cNvSpPr/>
            <p:nvPr/>
          </p:nvSpPr>
          <p:spPr>
            <a:xfrm>
              <a:off x="0" y="0"/>
              <a:ext cx="1500124" cy="451231"/>
            </a:xfrm>
            <a:custGeom>
              <a:avLst/>
              <a:gdLst/>
              <a:ahLst/>
              <a:cxnLst/>
              <a:rect l="l" t="t" r="r" b="b"/>
              <a:pathLst>
                <a:path w="1500124" h="451231">
                  <a:moveTo>
                    <a:pt x="0" y="0"/>
                  </a:moveTo>
                  <a:lnTo>
                    <a:pt x="1500124" y="0"/>
                  </a:lnTo>
                  <a:lnTo>
                    <a:pt x="1500124" y="451231"/>
                  </a:lnTo>
                  <a:lnTo>
                    <a:pt x="0" y="45123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r="-1" b="2"/>
              </a:stretch>
            </a:blipFill>
          </p:spPr>
          <p:txBody>
            <a:bodyPr/>
            <a:lstStyle/>
            <a:p>
              <a:endParaRPr lang="pt-BR"/>
            </a:p>
          </p:txBody>
        </p:sp>
      </p:grpSp>
      <p:grpSp>
        <p:nvGrpSpPr>
          <p:cNvPr id="10" name="Group 5">
            <a:extLst>
              <a:ext uri="{FF2B5EF4-FFF2-40B4-BE49-F238E27FC236}">
                <a16:creationId xmlns:a16="http://schemas.microsoft.com/office/drawing/2014/main" id="{CB64520A-5D4F-9F1A-784B-D6B9205D9149}"/>
              </a:ext>
            </a:extLst>
          </p:cNvPr>
          <p:cNvGrpSpPr/>
          <p:nvPr/>
        </p:nvGrpSpPr>
        <p:grpSpPr>
          <a:xfrm>
            <a:off x="6324600" y="7558673"/>
            <a:ext cx="4893734" cy="2410561"/>
            <a:chOff x="-628979" y="0"/>
            <a:chExt cx="6524979" cy="3214084"/>
          </a:xfrm>
        </p:grpSpPr>
        <p:sp>
          <p:nvSpPr>
            <p:cNvPr id="11" name="Freeform 6">
              <a:extLst>
                <a:ext uri="{FF2B5EF4-FFF2-40B4-BE49-F238E27FC236}">
                  <a16:creationId xmlns:a16="http://schemas.microsoft.com/office/drawing/2014/main" id="{4865F3B8-8CAD-3746-5699-7DB6F0B39311}"/>
                </a:ext>
              </a:extLst>
            </p:cNvPr>
            <p:cNvSpPr/>
            <p:nvPr/>
          </p:nvSpPr>
          <p:spPr>
            <a:xfrm>
              <a:off x="0" y="0"/>
              <a:ext cx="5896000" cy="1395200"/>
            </a:xfrm>
            <a:custGeom>
              <a:avLst/>
              <a:gdLst/>
              <a:ahLst/>
              <a:cxnLst/>
              <a:rect l="l" t="t" r="r" b="b"/>
              <a:pathLst>
                <a:path w="5896000" h="1395200">
                  <a:moveTo>
                    <a:pt x="0" y="0"/>
                  </a:moveTo>
                  <a:lnTo>
                    <a:pt x="5896000" y="0"/>
                  </a:lnTo>
                  <a:lnTo>
                    <a:pt x="5896000" y="1395200"/>
                  </a:lnTo>
                  <a:lnTo>
                    <a:pt x="0" y="1395200"/>
                  </a:lnTo>
                  <a:close/>
                </a:path>
              </a:pathLst>
            </a:custGeom>
            <a:blipFill>
              <a:blip r:embed="rId5">
                <a:alphaModFix amt="0"/>
              </a:blip>
              <a:stretch>
                <a:fillRect t="-32342" b="-32342"/>
              </a:stretch>
            </a:blipFill>
          </p:spPr>
          <p:txBody>
            <a:bodyPr/>
            <a:lstStyle/>
            <a:p>
              <a:endParaRPr lang="pt-BR">
                <a:latin typeface="Source Sans 3" panose="020B0303030403020204" pitchFamily="34" charset="0"/>
              </a:endParaRPr>
            </a:p>
          </p:txBody>
        </p:sp>
        <p:sp>
          <p:nvSpPr>
            <p:cNvPr id="12" name="TextBox 7">
              <a:extLst>
                <a:ext uri="{FF2B5EF4-FFF2-40B4-BE49-F238E27FC236}">
                  <a16:creationId xmlns:a16="http://schemas.microsoft.com/office/drawing/2014/main" id="{FD45A065-8902-1D7F-B98C-2CF22819D5CF}"/>
                </a:ext>
              </a:extLst>
            </p:cNvPr>
            <p:cNvSpPr txBox="1"/>
            <p:nvPr/>
          </p:nvSpPr>
          <p:spPr>
            <a:xfrm>
              <a:off x="-628979" y="1818887"/>
              <a:ext cx="5896000" cy="1395197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3359"/>
                </a:lnSpc>
              </a:pPr>
              <a:r>
                <a:rPr lang="en-US" sz="2799" dirty="0" err="1">
                  <a:solidFill>
                    <a:srgbClr val="161634"/>
                  </a:solidFill>
                  <a:latin typeface="Source Sans 3" panose="020B0303030403020204" pitchFamily="34" charset="0"/>
                  <a:ea typeface="Source Sans 3 Light"/>
                  <a:cs typeface="Source Sans 3 Light"/>
                  <a:sym typeface="Source Sans 3 Light"/>
                </a:rPr>
                <a:t>Complemente</a:t>
              </a:r>
              <a:r>
                <a:rPr lang="en-US" sz="2799" dirty="0">
                  <a:solidFill>
                    <a:srgbClr val="161634"/>
                  </a:solidFill>
                  <a:latin typeface="Source Sans 3" panose="020B0303030403020204" pitchFamily="34" charset="0"/>
                  <a:ea typeface="Source Sans 3 Light"/>
                  <a:cs typeface="Source Sans 3 Light"/>
                  <a:sym typeface="Source Sans 3 Light"/>
                </a:rPr>
                <a:t> a </a:t>
              </a:r>
              <a:r>
                <a:rPr lang="en-US" sz="2799" dirty="0" err="1">
                  <a:solidFill>
                    <a:srgbClr val="161634"/>
                  </a:solidFill>
                  <a:latin typeface="Source Sans 3" panose="020B0303030403020204" pitchFamily="34" charset="0"/>
                  <a:ea typeface="Source Sans 3 Light"/>
                  <a:cs typeface="Source Sans 3 Light"/>
                  <a:sym typeface="Source Sans 3 Light"/>
                </a:rPr>
                <a:t>informação</a:t>
              </a:r>
              <a:r>
                <a:rPr lang="en-US" sz="2799" dirty="0">
                  <a:solidFill>
                    <a:srgbClr val="161634"/>
                  </a:solidFill>
                  <a:latin typeface="Source Sans 3" panose="020B0303030403020204" pitchFamily="34" charset="0"/>
                  <a:ea typeface="Source Sans 3 Light"/>
                  <a:cs typeface="Source Sans 3 Light"/>
                  <a:sym typeface="Source Sans 3 Light"/>
                </a:rPr>
                <a:t> </a:t>
              </a:r>
              <a:r>
                <a:rPr lang="en-US" sz="2799" dirty="0" err="1">
                  <a:solidFill>
                    <a:srgbClr val="161634"/>
                  </a:solidFill>
                  <a:latin typeface="Source Sans 3" panose="020B0303030403020204" pitchFamily="34" charset="0"/>
                  <a:ea typeface="Source Sans 3 Light"/>
                  <a:cs typeface="Source Sans 3 Light"/>
                  <a:sym typeface="Source Sans 3 Light"/>
                </a:rPr>
                <a:t>aqui</a:t>
              </a:r>
              <a:endParaRPr lang="en-US" sz="2799" dirty="0">
                <a:solidFill>
                  <a:srgbClr val="161634"/>
                </a:solidFill>
                <a:latin typeface="Source Sans 3" panose="020B0303030403020204" pitchFamily="34" charset="0"/>
                <a:ea typeface="Source Sans 3 Light"/>
                <a:cs typeface="Source Sans 3 Light"/>
                <a:sym typeface="Source Sans 3 Light"/>
              </a:endParaRPr>
            </a:p>
          </p:txBody>
        </p:sp>
      </p:grpSp>
      <p:grpSp>
        <p:nvGrpSpPr>
          <p:cNvPr id="13" name="Group 8">
            <a:extLst>
              <a:ext uri="{FF2B5EF4-FFF2-40B4-BE49-F238E27FC236}">
                <a16:creationId xmlns:a16="http://schemas.microsoft.com/office/drawing/2014/main" id="{BF27A3DF-1F17-97ED-8E41-123B19F18406}"/>
              </a:ext>
            </a:extLst>
          </p:cNvPr>
          <p:cNvGrpSpPr/>
          <p:nvPr/>
        </p:nvGrpSpPr>
        <p:grpSpPr>
          <a:xfrm>
            <a:off x="1272397" y="4558503"/>
            <a:ext cx="2983802" cy="1293000"/>
            <a:chOff x="0" y="0"/>
            <a:chExt cx="3978402" cy="1724000"/>
          </a:xfrm>
        </p:grpSpPr>
        <p:sp>
          <p:nvSpPr>
            <p:cNvPr id="14" name="Freeform 9">
              <a:extLst>
                <a:ext uri="{FF2B5EF4-FFF2-40B4-BE49-F238E27FC236}">
                  <a16:creationId xmlns:a16="http://schemas.microsoft.com/office/drawing/2014/main" id="{4FF5FFC3-5AD2-1565-7878-9768DEE2B012}"/>
                </a:ext>
              </a:extLst>
            </p:cNvPr>
            <p:cNvSpPr/>
            <p:nvPr/>
          </p:nvSpPr>
          <p:spPr>
            <a:xfrm>
              <a:off x="0" y="0"/>
              <a:ext cx="3978400" cy="1724000"/>
            </a:xfrm>
            <a:custGeom>
              <a:avLst/>
              <a:gdLst/>
              <a:ahLst/>
              <a:cxnLst/>
              <a:rect l="l" t="t" r="r" b="b"/>
              <a:pathLst>
                <a:path w="3978400" h="1724000">
                  <a:moveTo>
                    <a:pt x="0" y="0"/>
                  </a:moveTo>
                  <a:lnTo>
                    <a:pt x="3978400" y="0"/>
                  </a:lnTo>
                  <a:lnTo>
                    <a:pt x="3978400" y="1724000"/>
                  </a:lnTo>
                  <a:lnTo>
                    <a:pt x="0" y="1724000"/>
                  </a:lnTo>
                  <a:close/>
                </a:path>
              </a:pathLst>
            </a:custGeom>
            <a:blipFill>
              <a:blip r:embed="rId5">
                <a:alphaModFix amt="0"/>
              </a:blip>
              <a:stretch>
                <a:fillRect l="-5599" r="-5599"/>
              </a:stretch>
            </a:blipFill>
          </p:spPr>
          <p:txBody>
            <a:bodyPr/>
            <a:lstStyle/>
            <a:p>
              <a:endParaRPr lang="pt-BR">
                <a:latin typeface="Source Sans 3" panose="020B0303030403020204" pitchFamily="34" charset="0"/>
              </a:endParaRPr>
            </a:p>
          </p:txBody>
        </p:sp>
        <p:sp>
          <p:nvSpPr>
            <p:cNvPr id="15" name="TextBox 10">
              <a:extLst>
                <a:ext uri="{FF2B5EF4-FFF2-40B4-BE49-F238E27FC236}">
                  <a16:creationId xmlns:a16="http://schemas.microsoft.com/office/drawing/2014/main" id="{F2D14003-C763-8FCF-FFA5-01C2DC712187}"/>
                </a:ext>
              </a:extLst>
            </p:cNvPr>
            <p:cNvSpPr txBox="1"/>
            <p:nvPr/>
          </p:nvSpPr>
          <p:spPr>
            <a:xfrm>
              <a:off x="0" y="0"/>
              <a:ext cx="3978402" cy="172400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r">
                <a:lnSpc>
                  <a:spcPts val="2879"/>
                </a:lnSpc>
              </a:pPr>
              <a:r>
                <a:rPr lang="en-US" sz="2400" dirty="0">
                  <a:solidFill>
                    <a:srgbClr val="161634"/>
                  </a:solidFill>
                  <a:latin typeface="Source Sans 3" panose="020B0303030403020204" pitchFamily="34" charset="0"/>
                  <a:ea typeface="Source Sans 3 Light"/>
                  <a:cs typeface="Source Sans 3 Light"/>
                  <a:sym typeface="Source Sans 3 Light"/>
                </a:rPr>
                <a:t>Se </a:t>
              </a:r>
              <a:r>
                <a:rPr lang="en-US" sz="2400" dirty="0" err="1">
                  <a:solidFill>
                    <a:srgbClr val="161634"/>
                  </a:solidFill>
                  <a:latin typeface="Source Sans 3" panose="020B0303030403020204" pitchFamily="34" charset="0"/>
                  <a:ea typeface="Source Sans 3 Light"/>
                  <a:cs typeface="Source Sans 3 Light"/>
                  <a:sym typeface="Source Sans 3 Light"/>
                </a:rPr>
                <a:t>precisar</a:t>
              </a:r>
              <a:r>
                <a:rPr lang="en-US" sz="2400" dirty="0">
                  <a:solidFill>
                    <a:srgbClr val="161634"/>
                  </a:solidFill>
                  <a:latin typeface="Source Sans 3" panose="020B0303030403020204" pitchFamily="34" charset="0"/>
                  <a:ea typeface="Source Sans 3 Light"/>
                  <a:cs typeface="Source Sans 3 Light"/>
                  <a:sym typeface="Source Sans 3 Light"/>
                </a:rPr>
                <a:t> de </a:t>
              </a:r>
              <a:r>
                <a:rPr lang="en-US" sz="2400" dirty="0" err="1">
                  <a:solidFill>
                    <a:srgbClr val="161634"/>
                  </a:solidFill>
                  <a:latin typeface="Source Sans 3" panose="020B0303030403020204" pitchFamily="34" charset="0"/>
                  <a:ea typeface="Source Sans 3 Light"/>
                  <a:cs typeface="Source Sans 3 Light"/>
                  <a:sym typeface="Source Sans 3 Light"/>
                </a:rPr>
                <a:t>mais</a:t>
              </a:r>
              <a:r>
                <a:rPr lang="en-US" sz="2400" dirty="0">
                  <a:solidFill>
                    <a:srgbClr val="161634"/>
                  </a:solidFill>
                  <a:latin typeface="Source Sans 3" panose="020B0303030403020204" pitchFamily="34" charset="0"/>
                  <a:ea typeface="Source Sans 3 Light"/>
                  <a:cs typeface="Source Sans 3 Light"/>
                  <a:sym typeface="Source Sans 3 Light"/>
                </a:rPr>
                <a:t> </a:t>
              </a:r>
              <a:r>
                <a:rPr lang="en-US" sz="2400" dirty="0" err="1">
                  <a:solidFill>
                    <a:srgbClr val="161634"/>
                  </a:solidFill>
                  <a:latin typeface="Source Sans 3" panose="020B0303030403020204" pitchFamily="34" charset="0"/>
                  <a:ea typeface="Source Sans 3 Light"/>
                  <a:cs typeface="Source Sans 3 Light"/>
                  <a:sym typeface="Source Sans 3 Light"/>
                </a:rPr>
                <a:t>textos</a:t>
              </a:r>
              <a:r>
                <a:rPr lang="en-US" sz="2400" dirty="0">
                  <a:solidFill>
                    <a:srgbClr val="161634"/>
                  </a:solidFill>
                  <a:latin typeface="Source Sans 3" panose="020B0303030403020204" pitchFamily="34" charset="0"/>
                  <a:ea typeface="Source Sans 3 Light"/>
                  <a:cs typeface="Source Sans 3 Light"/>
                  <a:sym typeface="Source Sans 3 Light"/>
                </a:rPr>
                <a:t> </a:t>
              </a:r>
              <a:r>
                <a:rPr lang="en-US" sz="2400" dirty="0" err="1">
                  <a:solidFill>
                    <a:srgbClr val="161634"/>
                  </a:solidFill>
                  <a:latin typeface="Source Sans 3" panose="020B0303030403020204" pitchFamily="34" charset="0"/>
                  <a:ea typeface="Source Sans 3 Light"/>
                  <a:cs typeface="Source Sans 3 Light"/>
                  <a:sym typeface="Source Sans 3 Light"/>
                </a:rPr>
                <a:t>você</a:t>
              </a:r>
              <a:r>
                <a:rPr lang="en-US" sz="2400" dirty="0">
                  <a:solidFill>
                    <a:srgbClr val="161634"/>
                  </a:solidFill>
                  <a:latin typeface="Source Sans 3" panose="020B0303030403020204" pitchFamily="34" charset="0"/>
                  <a:ea typeface="Source Sans 3 Light"/>
                  <a:cs typeface="Source Sans 3 Light"/>
                  <a:sym typeface="Source Sans 3 Light"/>
                </a:rPr>
                <a:t> </a:t>
              </a:r>
              <a:r>
                <a:rPr lang="en-US" sz="2400" dirty="0" err="1">
                  <a:solidFill>
                    <a:srgbClr val="161634"/>
                  </a:solidFill>
                  <a:latin typeface="Source Sans 3" panose="020B0303030403020204" pitchFamily="34" charset="0"/>
                  <a:ea typeface="Source Sans 3 Light"/>
                  <a:cs typeface="Source Sans 3 Light"/>
                  <a:sym typeface="Source Sans 3 Light"/>
                </a:rPr>
                <a:t>pode</a:t>
              </a:r>
              <a:r>
                <a:rPr lang="en-US" sz="2400" dirty="0">
                  <a:solidFill>
                    <a:srgbClr val="161634"/>
                  </a:solidFill>
                  <a:latin typeface="Source Sans 3" panose="020B0303030403020204" pitchFamily="34" charset="0"/>
                  <a:ea typeface="Source Sans 3 Light"/>
                  <a:cs typeface="Source Sans 3 Light"/>
                  <a:sym typeface="Source Sans 3 Light"/>
                </a:rPr>
                <a:t> </a:t>
              </a:r>
              <a:r>
                <a:rPr lang="en-US" sz="2400" dirty="0" err="1">
                  <a:solidFill>
                    <a:srgbClr val="161634"/>
                  </a:solidFill>
                  <a:latin typeface="Source Sans 3" panose="020B0303030403020204" pitchFamily="34" charset="0"/>
                  <a:ea typeface="Source Sans 3 Light"/>
                  <a:cs typeface="Source Sans 3 Light"/>
                  <a:sym typeface="Source Sans 3 Light"/>
                </a:rPr>
                <a:t>colocar</a:t>
              </a:r>
              <a:r>
                <a:rPr lang="en-US" sz="2400" dirty="0">
                  <a:solidFill>
                    <a:srgbClr val="161634"/>
                  </a:solidFill>
                  <a:latin typeface="Source Sans 3" panose="020B0303030403020204" pitchFamily="34" charset="0"/>
                  <a:ea typeface="Source Sans 3 Light"/>
                  <a:cs typeface="Source Sans 3 Light"/>
                  <a:sym typeface="Source Sans 3 Light"/>
                </a:rPr>
                <a:t> </a:t>
              </a:r>
              <a:r>
                <a:rPr lang="en-US" sz="2400" dirty="0" err="1">
                  <a:solidFill>
                    <a:srgbClr val="161634"/>
                  </a:solidFill>
                  <a:latin typeface="Source Sans 3" panose="020B0303030403020204" pitchFamily="34" charset="0"/>
                  <a:ea typeface="Source Sans 3 Light"/>
                  <a:cs typeface="Source Sans 3 Light"/>
                  <a:sym typeface="Source Sans 3 Light"/>
                </a:rPr>
                <a:t>aqui</a:t>
              </a:r>
              <a:endParaRPr lang="en-US" sz="2400" dirty="0">
                <a:solidFill>
                  <a:srgbClr val="161634"/>
                </a:solidFill>
                <a:latin typeface="Source Sans 3" panose="020B0303030403020204" pitchFamily="34" charset="0"/>
                <a:ea typeface="Source Sans 3 Light"/>
                <a:cs typeface="Source Sans 3 Light"/>
                <a:sym typeface="Source Sans 3 Light"/>
              </a:endParaRPr>
            </a:p>
          </p:txBody>
        </p:sp>
      </p:grpSp>
      <p:grpSp>
        <p:nvGrpSpPr>
          <p:cNvPr id="16" name="Group 11">
            <a:extLst>
              <a:ext uri="{FF2B5EF4-FFF2-40B4-BE49-F238E27FC236}">
                <a16:creationId xmlns:a16="http://schemas.microsoft.com/office/drawing/2014/main" id="{FCFC6762-EE66-2EDF-AD82-900AA38F2094}"/>
              </a:ext>
            </a:extLst>
          </p:cNvPr>
          <p:cNvGrpSpPr/>
          <p:nvPr/>
        </p:nvGrpSpPr>
        <p:grpSpPr>
          <a:xfrm>
            <a:off x="14038202" y="4558503"/>
            <a:ext cx="2983802" cy="1293000"/>
            <a:chOff x="0" y="0"/>
            <a:chExt cx="3978402" cy="1724000"/>
          </a:xfrm>
        </p:grpSpPr>
        <p:sp>
          <p:nvSpPr>
            <p:cNvPr id="17" name="Freeform 12">
              <a:extLst>
                <a:ext uri="{FF2B5EF4-FFF2-40B4-BE49-F238E27FC236}">
                  <a16:creationId xmlns:a16="http://schemas.microsoft.com/office/drawing/2014/main" id="{FA533C3E-BC7A-5398-D1DE-AE69614D80EE}"/>
                </a:ext>
              </a:extLst>
            </p:cNvPr>
            <p:cNvSpPr/>
            <p:nvPr/>
          </p:nvSpPr>
          <p:spPr>
            <a:xfrm>
              <a:off x="0" y="0"/>
              <a:ext cx="3978400" cy="1724000"/>
            </a:xfrm>
            <a:custGeom>
              <a:avLst/>
              <a:gdLst/>
              <a:ahLst/>
              <a:cxnLst/>
              <a:rect l="l" t="t" r="r" b="b"/>
              <a:pathLst>
                <a:path w="3978400" h="1724000">
                  <a:moveTo>
                    <a:pt x="0" y="0"/>
                  </a:moveTo>
                  <a:lnTo>
                    <a:pt x="3978400" y="0"/>
                  </a:lnTo>
                  <a:lnTo>
                    <a:pt x="3978400" y="1724000"/>
                  </a:lnTo>
                  <a:lnTo>
                    <a:pt x="0" y="1724000"/>
                  </a:lnTo>
                  <a:close/>
                </a:path>
              </a:pathLst>
            </a:custGeom>
            <a:blipFill>
              <a:blip r:embed="rId5">
                <a:alphaModFix amt="0"/>
              </a:blip>
              <a:stretch>
                <a:fillRect l="-5599" r="-5599"/>
              </a:stretch>
            </a:blipFill>
          </p:spPr>
          <p:txBody>
            <a:bodyPr/>
            <a:lstStyle/>
            <a:p>
              <a:endParaRPr lang="pt-BR">
                <a:latin typeface="Source Sans 3" panose="020B0303030403020204" pitchFamily="34" charset="0"/>
              </a:endParaRPr>
            </a:p>
          </p:txBody>
        </p:sp>
        <p:sp>
          <p:nvSpPr>
            <p:cNvPr id="18" name="TextBox 13">
              <a:extLst>
                <a:ext uri="{FF2B5EF4-FFF2-40B4-BE49-F238E27FC236}">
                  <a16:creationId xmlns:a16="http://schemas.microsoft.com/office/drawing/2014/main" id="{413CE050-D469-257E-66FA-22F897C470E6}"/>
                </a:ext>
              </a:extLst>
            </p:cNvPr>
            <p:cNvSpPr txBox="1"/>
            <p:nvPr/>
          </p:nvSpPr>
          <p:spPr>
            <a:xfrm>
              <a:off x="0" y="0"/>
              <a:ext cx="3978402" cy="172400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2879"/>
                </a:lnSpc>
              </a:pPr>
              <a:r>
                <a:rPr lang="en-US" sz="2400" dirty="0">
                  <a:solidFill>
                    <a:srgbClr val="161634"/>
                  </a:solidFill>
                  <a:latin typeface="Source Sans 3" panose="020B0303030403020204" pitchFamily="34" charset="0"/>
                  <a:ea typeface="Source Sans 3 Light"/>
                  <a:cs typeface="Source Sans 3 Light"/>
                  <a:sym typeface="Source Sans 3 Light"/>
                </a:rPr>
                <a:t>Se </a:t>
              </a:r>
              <a:r>
                <a:rPr lang="en-US" sz="2400" dirty="0" err="1">
                  <a:solidFill>
                    <a:srgbClr val="161634"/>
                  </a:solidFill>
                  <a:latin typeface="Source Sans 3" panose="020B0303030403020204" pitchFamily="34" charset="0"/>
                  <a:ea typeface="Source Sans 3 Light"/>
                  <a:cs typeface="Source Sans 3 Light"/>
                  <a:sym typeface="Source Sans 3 Light"/>
                </a:rPr>
                <a:t>precisar</a:t>
              </a:r>
              <a:r>
                <a:rPr lang="en-US" sz="2400" dirty="0">
                  <a:solidFill>
                    <a:srgbClr val="161634"/>
                  </a:solidFill>
                  <a:latin typeface="Source Sans 3" panose="020B0303030403020204" pitchFamily="34" charset="0"/>
                  <a:ea typeface="Source Sans 3 Light"/>
                  <a:cs typeface="Source Sans 3 Light"/>
                  <a:sym typeface="Source Sans 3 Light"/>
                </a:rPr>
                <a:t> de </a:t>
              </a:r>
              <a:r>
                <a:rPr lang="en-US" sz="2400" dirty="0" err="1">
                  <a:solidFill>
                    <a:srgbClr val="161634"/>
                  </a:solidFill>
                  <a:latin typeface="Source Sans 3" panose="020B0303030403020204" pitchFamily="34" charset="0"/>
                  <a:ea typeface="Source Sans 3 Light"/>
                  <a:cs typeface="Source Sans 3 Light"/>
                  <a:sym typeface="Source Sans 3 Light"/>
                </a:rPr>
                <a:t>mais</a:t>
              </a:r>
              <a:r>
                <a:rPr lang="en-US" sz="2400" dirty="0">
                  <a:solidFill>
                    <a:srgbClr val="161634"/>
                  </a:solidFill>
                  <a:latin typeface="Source Sans 3" panose="020B0303030403020204" pitchFamily="34" charset="0"/>
                  <a:ea typeface="Source Sans 3 Light"/>
                  <a:cs typeface="Source Sans 3 Light"/>
                  <a:sym typeface="Source Sans 3 Light"/>
                </a:rPr>
                <a:t> </a:t>
              </a:r>
              <a:r>
                <a:rPr lang="en-US" sz="2400" dirty="0" err="1">
                  <a:solidFill>
                    <a:srgbClr val="161634"/>
                  </a:solidFill>
                  <a:latin typeface="Source Sans 3" panose="020B0303030403020204" pitchFamily="34" charset="0"/>
                  <a:ea typeface="Source Sans 3 Light"/>
                  <a:cs typeface="Source Sans 3 Light"/>
                  <a:sym typeface="Source Sans 3 Light"/>
                </a:rPr>
                <a:t>textos</a:t>
              </a:r>
              <a:r>
                <a:rPr lang="en-US" sz="2400" dirty="0">
                  <a:solidFill>
                    <a:srgbClr val="161634"/>
                  </a:solidFill>
                  <a:latin typeface="Source Sans 3" panose="020B0303030403020204" pitchFamily="34" charset="0"/>
                  <a:ea typeface="Source Sans 3 Light"/>
                  <a:cs typeface="Source Sans 3 Light"/>
                  <a:sym typeface="Source Sans 3 Light"/>
                </a:rPr>
                <a:t> </a:t>
              </a:r>
              <a:r>
                <a:rPr lang="en-US" sz="2400" dirty="0" err="1">
                  <a:solidFill>
                    <a:srgbClr val="161634"/>
                  </a:solidFill>
                  <a:latin typeface="Source Sans 3" panose="020B0303030403020204" pitchFamily="34" charset="0"/>
                  <a:ea typeface="Source Sans 3 Light"/>
                  <a:cs typeface="Source Sans 3 Light"/>
                  <a:sym typeface="Source Sans 3 Light"/>
                </a:rPr>
                <a:t>você</a:t>
              </a:r>
              <a:r>
                <a:rPr lang="en-US" sz="2400" dirty="0">
                  <a:solidFill>
                    <a:srgbClr val="161634"/>
                  </a:solidFill>
                  <a:latin typeface="Source Sans 3" panose="020B0303030403020204" pitchFamily="34" charset="0"/>
                  <a:ea typeface="Source Sans 3 Light"/>
                  <a:cs typeface="Source Sans 3 Light"/>
                  <a:sym typeface="Source Sans 3 Light"/>
                </a:rPr>
                <a:t> </a:t>
              </a:r>
              <a:r>
                <a:rPr lang="en-US" sz="2400" dirty="0" err="1">
                  <a:solidFill>
                    <a:srgbClr val="161634"/>
                  </a:solidFill>
                  <a:latin typeface="Source Sans 3" panose="020B0303030403020204" pitchFamily="34" charset="0"/>
                  <a:ea typeface="Source Sans 3 Light"/>
                  <a:cs typeface="Source Sans 3 Light"/>
                  <a:sym typeface="Source Sans 3 Light"/>
                </a:rPr>
                <a:t>pode</a:t>
              </a:r>
              <a:r>
                <a:rPr lang="en-US" sz="2400" dirty="0">
                  <a:solidFill>
                    <a:srgbClr val="161634"/>
                  </a:solidFill>
                  <a:latin typeface="Source Sans 3" panose="020B0303030403020204" pitchFamily="34" charset="0"/>
                  <a:ea typeface="Source Sans 3 Light"/>
                  <a:cs typeface="Source Sans 3 Light"/>
                  <a:sym typeface="Source Sans 3 Light"/>
                </a:rPr>
                <a:t> </a:t>
              </a:r>
              <a:r>
                <a:rPr lang="en-US" sz="2400" dirty="0" err="1">
                  <a:solidFill>
                    <a:srgbClr val="161634"/>
                  </a:solidFill>
                  <a:latin typeface="Source Sans 3" panose="020B0303030403020204" pitchFamily="34" charset="0"/>
                  <a:ea typeface="Source Sans 3 Light"/>
                  <a:cs typeface="Source Sans 3 Light"/>
                  <a:sym typeface="Source Sans 3 Light"/>
                </a:rPr>
                <a:t>colocar</a:t>
              </a:r>
              <a:r>
                <a:rPr lang="en-US" sz="2400" dirty="0">
                  <a:solidFill>
                    <a:srgbClr val="161634"/>
                  </a:solidFill>
                  <a:latin typeface="Source Sans 3" panose="020B0303030403020204" pitchFamily="34" charset="0"/>
                  <a:ea typeface="Source Sans 3 Light"/>
                  <a:cs typeface="Source Sans 3 Light"/>
                  <a:sym typeface="Source Sans 3 Light"/>
                </a:rPr>
                <a:t> </a:t>
              </a:r>
              <a:r>
                <a:rPr lang="en-US" sz="2400" dirty="0" err="1">
                  <a:solidFill>
                    <a:srgbClr val="161634"/>
                  </a:solidFill>
                  <a:latin typeface="Source Sans 3" panose="020B0303030403020204" pitchFamily="34" charset="0"/>
                  <a:ea typeface="Source Sans 3 Light"/>
                  <a:cs typeface="Source Sans 3 Light"/>
                  <a:sym typeface="Source Sans 3 Light"/>
                </a:rPr>
                <a:t>aqui</a:t>
              </a:r>
              <a:endParaRPr lang="en-US" sz="2400" dirty="0">
                <a:solidFill>
                  <a:srgbClr val="161634"/>
                </a:solidFill>
                <a:latin typeface="Source Sans 3" panose="020B0303030403020204" pitchFamily="34" charset="0"/>
                <a:ea typeface="Source Sans 3 Light"/>
                <a:cs typeface="Source Sans 3 Light"/>
                <a:sym typeface="Source Sans 3 Light"/>
              </a:endParaRPr>
            </a:p>
          </p:txBody>
        </p:sp>
      </p:grpSp>
      <p:graphicFrame>
        <p:nvGraphicFramePr>
          <p:cNvPr id="19" name="Gráfico 18">
            <a:extLst>
              <a:ext uri="{FF2B5EF4-FFF2-40B4-BE49-F238E27FC236}">
                <a16:creationId xmlns:a16="http://schemas.microsoft.com/office/drawing/2014/main" id="{EB23A93F-5142-41D7-6184-9F2918AFBCBE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1084657503"/>
              </p:ext>
            </p:extLst>
          </p:nvPr>
        </p:nvGraphicFramePr>
        <p:xfrm>
          <a:off x="2667000" y="635955"/>
          <a:ext cx="12192000" cy="81280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6"/>
          </a:graphicData>
        </a:graphic>
      </p:graphicFrame>
    </p:spTree>
    <p:extLst>
      <p:ext uri="{BB962C8B-B14F-4D97-AF65-F5344CB8AC3E}">
        <p14:creationId xmlns:p14="http://schemas.microsoft.com/office/powerpoint/2010/main" val="3879421021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  <p:txBody>
          <a:bodyPr/>
          <a:lstStyle/>
          <a:p>
            <a:endParaRPr lang="pt-BR"/>
          </a:p>
        </p:txBody>
      </p:sp>
      <p:sp>
        <p:nvSpPr>
          <p:cNvPr id="3" name="Freeform 3"/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0" y="0"/>
            <a:ext cx="18288000" cy="10296000"/>
          </a:xfrm>
          <a:custGeom>
            <a:avLst/>
            <a:gdLst/>
            <a:ahLst/>
            <a:cxnLst/>
            <a:rect l="l" t="t" r="r" b="b"/>
            <a:pathLst>
              <a:path w="18288000" h="13716000">
                <a:moveTo>
                  <a:pt x="0" y="0"/>
                </a:moveTo>
                <a:lnTo>
                  <a:pt x="18288000" y="0"/>
                </a:lnTo>
                <a:lnTo>
                  <a:pt x="18288000" y="13716000"/>
                </a:lnTo>
                <a:lnTo>
                  <a:pt x="0" y="13716000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t="6" b="-33227"/>
            </a:stretch>
          </a:blipFill>
        </p:spPr>
        <p:txBody>
          <a:bodyPr/>
          <a:lstStyle/>
          <a:p>
            <a:endParaRPr lang="pt-BR" dirty="0"/>
          </a:p>
        </p:txBody>
      </p:sp>
      <p:grpSp>
        <p:nvGrpSpPr>
          <p:cNvPr id="4" name="Group 4"/>
          <p:cNvGrpSpPr>
            <a:grpSpLocks noGrp="1" noUngrp="1" noRot="1" noMove="1" noResize="1"/>
          </p:cNvGrpSpPr>
          <p:nvPr/>
        </p:nvGrpSpPr>
        <p:grpSpPr>
          <a:xfrm>
            <a:off x="-4" y="-35531"/>
            <a:ext cx="18288004" cy="10331530"/>
            <a:chOff x="-1" y="-9358"/>
            <a:chExt cx="4816594" cy="2721061"/>
          </a:xfrm>
        </p:grpSpPr>
        <p:sp>
          <p:nvSpPr>
            <p:cNvPr id="5" name="Freeform 5"/>
            <p:cNvSpPr>
              <a:spLocks/>
            </p:cNvSpPr>
            <p:nvPr/>
          </p:nvSpPr>
          <p:spPr>
            <a:xfrm>
              <a:off x="-1" y="-9358"/>
              <a:ext cx="4816594" cy="2721061"/>
            </a:xfrm>
            <a:custGeom>
              <a:avLst/>
              <a:gdLst/>
              <a:ahLst/>
              <a:cxnLst/>
              <a:rect l="l" t="t" r="r" b="b"/>
              <a:pathLst>
                <a:path w="4816592" h="2709333">
                  <a:moveTo>
                    <a:pt x="0" y="0"/>
                  </a:moveTo>
                  <a:lnTo>
                    <a:pt x="4816592" y="0"/>
                  </a:lnTo>
                  <a:lnTo>
                    <a:pt x="4816592" y="2709333"/>
                  </a:lnTo>
                  <a:lnTo>
                    <a:pt x="0" y="2709333"/>
                  </a:lnTo>
                  <a:close/>
                </a:path>
              </a:pathLst>
            </a:custGeom>
            <a:gradFill rotWithShape="1">
              <a:gsLst>
                <a:gs pos="0">
                  <a:srgbClr val="1A405D">
                    <a:alpha val="85000"/>
                  </a:srgbClr>
                </a:gs>
                <a:gs pos="50000">
                  <a:srgbClr val="171E45">
                    <a:alpha val="78500"/>
                  </a:srgbClr>
                </a:gs>
                <a:gs pos="100000">
                  <a:srgbClr val="171E45">
                    <a:alpha val="90000"/>
                  </a:srgbClr>
                </a:gs>
              </a:gsLst>
              <a:lin ang="0"/>
            </a:gradFill>
          </p:spPr>
          <p:txBody>
            <a:bodyPr/>
            <a:lstStyle/>
            <a:p>
              <a:endParaRPr lang="pt-BR" dirty="0"/>
            </a:p>
          </p:txBody>
        </p:sp>
        <p:sp>
          <p:nvSpPr>
            <p:cNvPr id="6" name="TextBox 6"/>
            <p:cNvSpPr txBox="1"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0" y="0"/>
              <a:ext cx="4816593" cy="270933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2879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12" name="Freeform 12"/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16410023" y="35533"/>
            <a:ext cx="1403676" cy="1986334"/>
          </a:xfrm>
          <a:custGeom>
            <a:avLst/>
            <a:gdLst/>
            <a:ahLst/>
            <a:cxnLst/>
            <a:rect l="l" t="t" r="r" b="b"/>
            <a:pathLst>
              <a:path w="1403676" h="1986334">
                <a:moveTo>
                  <a:pt x="0" y="0"/>
                </a:moveTo>
                <a:lnTo>
                  <a:pt x="1403677" y="0"/>
                </a:lnTo>
                <a:lnTo>
                  <a:pt x="1403677" y="1986334"/>
                </a:lnTo>
                <a:lnTo>
                  <a:pt x="0" y="1986334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alphaModFix amt="40000"/>
            </a:blip>
            <a:stretch>
              <a:fillRect/>
            </a:stretch>
          </a:blipFill>
        </p:spPr>
        <p:txBody>
          <a:bodyPr/>
          <a:lstStyle/>
          <a:p>
            <a:endParaRPr lang="pt-BR"/>
          </a:p>
        </p:txBody>
      </p:sp>
      <p:grpSp>
        <p:nvGrpSpPr>
          <p:cNvPr id="13" name="Group 13"/>
          <p:cNvGrpSpPr>
            <a:grpSpLocks noGrp="1" noUngrp="1" noRot="1" noMove="1" noResize="1"/>
          </p:cNvGrpSpPr>
          <p:nvPr/>
        </p:nvGrpSpPr>
        <p:grpSpPr>
          <a:xfrm>
            <a:off x="652721" y="774113"/>
            <a:ext cx="8413804" cy="2208872"/>
            <a:chOff x="0" y="0"/>
            <a:chExt cx="11218405" cy="2945163"/>
          </a:xfrm>
        </p:grpSpPr>
        <p:sp>
          <p:nvSpPr>
            <p:cNvPr id="14" name="Freeform 14"/>
            <p:cNvSpPr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0" y="0"/>
              <a:ext cx="11218400" cy="2945157"/>
            </a:xfrm>
            <a:custGeom>
              <a:avLst/>
              <a:gdLst/>
              <a:ahLst/>
              <a:cxnLst/>
              <a:rect l="l" t="t" r="r" b="b"/>
              <a:pathLst>
                <a:path w="11218400" h="2945157">
                  <a:moveTo>
                    <a:pt x="0" y="0"/>
                  </a:moveTo>
                  <a:lnTo>
                    <a:pt x="11218400" y="0"/>
                  </a:lnTo>
                  <a:lnTo>
                    <a:pt x="11218400" y="2945157"/>
                  </a:lnTo>
                  <a:lnTo>
                    <a:pt x="0" y="2945157"/>
                  </a:lnTo>
                  <a:close/>
                </a:path>
              </a:pathLst>
            </a:custGeom>
            <a:blipFill>
              <a:blip r:embed="rId6">
                <a:alphaModFix amt="0"/>
              </a:blip>
              <a:stretch>
                <a:fillRect t="-24220" b="-24220"/>
              </a:stretch>
            </a:blipFill>
          </p:spPr>
          <p:txBody>
            <a:bodyPr/>
            <a:lstStyle/>
            <a:p>
              <a:endParaRPr lang="pt-BR"/>
            </a:p>
          </p:txBody>
        </p:sp>
        <p:sp>
          <p:nvSpPr>
            <p:cNvPr id="15" name="TextBox 15"/>
            <p:cNvSpPr txBox="1"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0" y="0"/>
              <a:ext cx="11218405" cy="2945163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7680"/>
                </a:lnSpc>
              </a:pPr>
              <a:r>
                <a:rPr lang="en-US" sz="6400" b="1" dirty="0">
                  <a:solidFill>
                    <a:srgbClr val="6BA8D7"/>
                  </a:solidFill>
                  <a:latin typeface="Source Sans 3 Bold"/>
                  <a:ea typeface="Source Sans 3 Bold"/>
                  <a:cs typeface="Source Sans 3 Bold"/>
                  <a:sym typeface="Source Sans 3 Bold"/>
                </a:rPr>
                <a:t>Excelência Certificada!</a:t>
              </a:r>
            </a:p>
          </p:txBody>
        </p:sp>
      </p:grpSp>
      <p:grpSp>
        <p:nvGrpSpPr>
          <p:cNvPr id="16" name="Group 16"/>
          <p:cNvGrpSpPr>
            <a:grpSpLocks noGrp="1" noUngrp="1" noRot="1" noMove="1" noResize="1"/>
          </p:cNvGrpSpPr>
          <p:nvPr/>
        </p:nvGrpSpPr>
        <p:grpSpPr>
          <a:xfrm>
            <a:off x="11460748" y="3924300"/>
            <a:ext cx="7207110" cy="7207110"/>
            <a:chOff x="0" y="0"/>
            <a:chExt cx="12903200" cy="12903200"/>
          </a:xfrm>
        </p:grpSpPr>
        <p:sp>
          <p:nvSpPr>
            <p:cNvPr id="17" name="Freeform 17"/>
            <p:cNvSpPr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0" y="0"/>
              <a:ext cx="12903200" cy="12903200"/>
            </a:xfrm>
            <a:custGeom>
              <a:avLst/>
              <a:gdLst/>
              <a:ahLst/>
              <a:cxnLst/>
              <a:rect l="l" t="t" r="r" b="b"/>
              <a:pathLst>
                <a:path w="12903200" h="12903200">
                  <a:moveTo>
                    <a:pt x="0" y="0"/>
                  </a:moveTo>
                  <a:lnTo>
                    <a:pt x="12903200" y="0"/>
                  </a:lnTo>
                  <a:lnTo>
                    <a:pt x="12903200" y="12903200"/>
                  </a:lnTo>
                  <a:lnTo>
                    <a:pt x="0" y="129032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7">
                <a:alphaModFix amt="5000"/>
              </a:blip>
              <a:stretch>
                <a:fillRect/>
              </a:stretch>
            </a:blipFill>
          </p:spPr>
          <p:txBody>
            <a:bodyPr/>
            <a:lstStyle/>
            <a:p>
              <a:endParaRPr lang="pt-BR"/>
            </a:p>
          </p:txBody>
        </p:sp>
      </p:grpSp>
      <p:grpSp>
        <p:nvGrpSpPr>
          <p:cNvPr id="21" name="Agrupar 20">
            <a:extLst>
              <a:ext uri="{FF2B5EF4-FFF2-40B4-BE49-F238E27FC236}">
                <a16:creationId xmlns:a16="http://schemas.microsoft.com/office/drawing/2014/main" id="{14C19E33-BBEF-37CA-73FF-2E9E877D2D1F}"/>
              </a:ext>
            </a:extLst>
          </p:cNvPr>
          <p:cNvGrpSpPr>
            <a:grpSpLocks/>
          </p:cNvGrpSpPr>
          <p:nvPr/>
        </p:nvGrpSpPr>
        <p:grpSpPr>
          <a:xfrm>
            <a:off x="625614" y="8979765"/>
            <a:ext cx="3971963" cy="932328"/>
            <a:chOff x="625614" y="8979765"/>
            <a:chExt cx="3971963" cy="932328"/>
          </a:xfrm>
        </p:grpSpPr>
        <p:grpSp>
          <p:nvGrpSpPr>
            <p:cNvPr id="7" name="Group 7"/>
            <p:cNvGrpSpPr>
              <a:grpSpLocks/>
            </p:cNvGrpSpPr>
            <p:nvPr/>
          </p:nvGrpSpPr>
          <p:grpSpPr>
            <a:xfrm>
              <a:off x="625614" y="8979765"/>
              <a:ext cx="3971963" cy="918011"/>
              <a:chOff x="-994648" y="0"/>
              <a:chExt cx="5295950" cy="1224014"/>
            </a:xfrm>
          </p:grpSpPr>
          <p:sp>
            <p:nvSpPr>
              <p:cNvPr id="8" name="Freeform 8"/>
              <p:cNvSpPr>
                <a:spLocks/>
              </p:cNvSpPr>
              <p:nvPr/>
            </p:nvSpPr>
            <p:spPr>
              <a:xfrm>
                <a:off x="-994648" y="0"/>
                <a:ext cx="1244437" cy="1214881"/>
              </a:xfrm>
              <a:custGeom>
                <a:avLst/>
                <a:gdLst/>
                <a:ahLst/>
                <a:cxnLst/>
                <a:rect l="l" t="t" r="r" b="b"/>
                <a:pathLst>
                  <a:path w="1244437" h="1214881">
                    <a:moveTo>
                      <a:pt x="0" y="0"/>
                    </a:moveTo>
                    <a:lnTo>
                      <a:pt x="1244437" y="0"/>
                    </a:lnTo>
                    <a:lnTo>
                      <a:pt x="1244437" y="1214881"/>
                    </a:lnTo>
                    <a:lnTo>
                      <a:pt x="0" y="1214881"/>
                    </a:lnTo>
                    <a:lnTo>
                      <a:pt x="0" y="0"/>
                    </a:lnTo>
                    <a:close/>
                  </a:path>
                </a:pathLst>
              </a:custGeom>
              <a:blipFill>
                <a:blip r:embed="rId8">
                  <a:alphaModFix amt="40000"/>
                </a:blip>
                <a:stretch>
                  <a:fillRect/>
                </a:stretch>
              </a:blipFill>
            </p:spPr>
            <p:txBody>
              <a:bodyPr/>
              <a:lstStyle/>
              <a:p>
                <a:endParaRPr lang="pt-BR" dirty="0"/>
              </a:p>
            </p:txBody>
          </p:sp>
          <p:sp>
            <p:nvSpPr>
              <p:cNvPr id="9" name="Freeform 9"/>
              <p:cNvSpPr>
                <a:spLocks/>
              </p:cNvSpPr>
              <p:nvPr/>
            </p:nvSpPr>
            <p:spPr>
              <a:xfrm>
                <a:off x="3139711" y="62423"/>
                <a:ext cx="1161591" cy="1161591"/>
              </a:xfrm>
              <a:custGeom>
                <a:avLst/>
                <a:gdLst/>
                <a:ahLst/>
                <a:cxnLst/>
                <a:rect l="l" t="t" r="r" b="b"/>
                <a:pathLst>
                  <a:path w="1161590" h="1161590">
                    <a:moveTo>
                      <a:pt x="0" y="0"/>
                    </a:moveTo>
                    <a:lnTo>
                      <a:pt x="1161590" y="0"/>
                    </a:lnTo>
                    <a:lnTo>
                      <a:pt x="1161590" y="1161590"/>
                    </a:lnTo>
                    <a:lnTo>
                      <a:pt x="0" y="1161590"/>
                    </a:lnTo>
                    <a:lnTo>
                      <a:pt x="0" y="0"/>
                    </a:lnTo>
                    <a:close/>
                  </a:path>
                </a:pathLst>
              </a:custGeom>
              <a:blipFill>
                <a:blip r:embed="rId9">
                  <a:alphaModFix amt="40000"/>
                </a:blip>
                <a:stretch>
                  <a:fillRect/>
                </a:stretch>
              </a:blipFill>
            </p:spPr>
            <p:txBody>
              <a:bodyPr/>
              <a:lstStyle/>
              <a:p>
                <a:endParaRPr lang="pt-BR"/>
              </a:p>
            </p:txBody>
          </p:sp>
          <p:sp>
            <p:nvSpPr>
              <p:cNvPr id="10" name="Freeform 10"/>
              <p:cNvSpPr>
                <a:spLocks/>
              </p:cNvSpPr>
              <p:nvPr/>
            </p:nvSpPr>
            <p:spPr>
              <a:xfrm>
                <a:off x="1127873" y="53291"/>
                <a:ext cx="1189849" cy="1161590"/>
              </a:xfrm>
              <a:custGeom>
                <a:avLst/>
                <a:gdLst/>
                <a:ahLst/>
                <a:cxnLst/>
                <a:rect l="l" t="t" r="r" b="b"/>
                <a:pathLst>
                  <a:path w="1189849" h="1161590">
                    <a:moveTo>
                      <a:pt x="0" y="0"/>
                    </a:moveTo>
                    <a:lnTo>
                      <a:pt x="1189850" y="0"/>
                    </a:lnTo>
                    <a:lnTo>
                      <a:pt x="1189850" y="1161590"/>
                    </a:lnTo>
                    <a:lnTo>
                      <a:pt x="0" y="1161590"/>
                    </a:lnTo>
                    <a:lnTo>
                      <a:pt x="0" y="0"/>
                    </a:lnTo>
                    <a:close/>
                  </a:path>
                </a:pathLst>
              </a:custGeom>
              <a:blipFill>
                <a:blip r:embed="rId10">
                  <a:alphaModFix amt="40000"/>
                </a:blip>
                <a:stretch>
                  <a:fillRect/>
                </a:stretch>
              </a:blipFill>
            </p:spPr>
            <p:txBody>
              <a:bodyPr/>
              <a:lstStyle/>
              <a:p>
                <a:endParaRPr lang="pt-BR" dirty="0"/>
              </a:p>
            </p:txBody>
          </p:sp>
          <p:sp>
            <p:nvSpPr>
              <p:cNvPr id="11" name="Freeform 11"/>
              <p:cNvSpPr>
                <a:spLocks/>
              </p:cNvSpPr>
              <p:nvPr/>
            </p:nvSpPr>
            <p:spPr>
              <a:xfrm>
                <a:off x="82055" y="53291"/>
                <a:ext cx="1197669" cy="1170721"/>
              </a:xfrm>
              <a:custGeom>
                <a:avLst/>
                <a:gdLst/>
                <a:ahLst/>
                <a:cxnLst/>
                <a:rect l="l" t="t" r="r" b="b"/>
                <a:pathLst>
                  <a:path w="1197669" h="1170721">
                    <a:moveTo>
                      <a:pt x="0" y="0"/>
                    </a:moveTo>
                    <a:lnTo>
                      <a:pt x="1197669" y="0"/>
                    </a:lnTo>
                    <a:lnTo>
                      <a:pt x="1197669" y="1170721"/>
                    </a:lnTo>
                    <a:lnTo>
                      <a:pt x="0" y="1170721"/>
                    </a:lnTo>
                    <a:lnTo>
                      <a:pt x="0" y="0"/>
                    </a:lnTo>
                    <a:close/>
                  </a:path>
                </a:pathLst>
              </a:custGeom>
              <a:blipFill>
                <a:blip r:embed="rId11">
                  <a:alphaModFix amt="40000"/>
                </a:blip>
                <a:stretch>
                  <a:fillRect/>
                </a:stretch>
              </a:blipFill>
            </p:spPr>
            <p:txBody>
              <a:bodyPr/>
              <a:lstStyle/>
              <a:p>
                <a:endParaRPr lang="pt-BR"/>
              </a:p>
            </p:txBody>
          </p:sp>
        </p:grpSp>
        <p:pic>
          <p:nvPicPr>
            <p:cNvPr id="20" name="Imagem 19">
              <a:extLst>
                <a:ext uri="{FF2B5EF4-FFF2-40B4-BE49-F238E27FC236}">
                  <a16:creationId xmlns:a16="http://schemas.microsoft.com/office/drawing/2014/main" id="{C8800447-673C-E54D-E06B-5F25E99D22CC}"/>
                </a:ext>
              </a:extLst>
            </p:cNvPr>
            <p:cNvPicPr>
              <a:picLocks noChangeAspect="1"/>
            </p:cNvPicPr>
            <p:nvPr/>
          </p:nvPicPr>
          <p:blipFill>
            <a:blip r:embed="rId12" cstate="print">
              <a:alphaModFix amt="40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2995527" y="9040898"/>
              <a:ext cx="871195" cy="871195"/>
            </a:xfrm>
            <a:prstGeom prst="rect">
              <a:avLst/>
            </a:prstGeom>
          </p:spPr>
        </p:pic>
      </p:grpSp>
      <p:sp>
        <p:nvSpPr>
          <p:cNvPr id="18" name="Retângulo 17">
            <a:extLst>
              <a:ext uri="{FF2B5EF4-FFF2-40B4-BE49-F238E27FC236}">
                <a16:creationId xmlns:a16="http://schemas.microsoft.com/office/drawing/2014/main" id="{2348ECEF-2949-2716-902F-32F78B6F8090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-20057" y="-53533"/>
            <a:ext cx="18288004" cy="10305000"/>
          </a:xfrm>
          <a:prstGeom prst="rect">
            <a:avLst/>
          </a:prstGeom>
          <a:solidFill>
            <a:schemeClr val="accent1">
              <a:alpha val="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lcf76f155ced4ddcb4097134ff3c332f xmlns="3421b094-f5cd-4657-a011-933730627043">
      <Terms xmlns="http://schemas.microsoft.com/office/infopath/2007/PartnerControls"/>
    </lcf76f155ced4ddcb4097134ff3c332f>
  </documentManagement>
</p:properti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EC4B11688CA7314E85124AF4756BAFCF" ma:contentTypeVersion="11" ma:contentTypeDescription="Create a new document." ma:contentTypeScope="" ma:versionID="b10c42dedebc2bbb2de6c0364a089b8f">
  <xsd:schema xmlns:xsd="http://www.w3.org/2001/XMLSchema" xmlns:xs="http://www.w3.org/2001/XMLSchema" xmlns:p="http://schemas.microsoft.com/office/2006/metadata/properties" xmlns:ns2="3421b094-f5cd-4657-a011-933730627043" targetNamespace="http://schemas.microsoft.com/office/2006/metadata/properties" ma:root="true" ma:fieldsID="7f01993aa4ccfb3a46e4d66c700a1999" ns2:_="">
    <xsd:import namespace="3421b094-f5cd-4657-a011-933730627043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  <xsd:element ref="ns2:MediaServiceObjectDetectorVersions" minOccurs="0"/>
                <xsd:element ref="ns2:lcf76f155ced4ddcb4097134ff3c332f" minOccurs="0"/>
                <xsd:element ref="ns2:MediaServiceDateTaken" minOccurs="0"/>
                <xsd:element ref="ns2:MediaServiceOCR" minOccurs="0"/>
                <xsd:element ref="ns2:MediaServiceGenerationTime" minOccurs="0"/>
                <xsd:element ref="ns2:MediaServiceEventHashCode" minOccurs="0"/>
                <xsd:element ref="ns2:MediaLengthInSecond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3421b094-f5cd-4657-a011-933730627043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ObjectDetectorVersions" ma:index="11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lcf76f155ced4ddcb4097134ff3c332f" ma:index="13" nillable="true" ma:taxonomy="true" ma:internalName="lcf76f155ced4ddcb4097134ff3c332f" ma:taxonomyFieldName="MediaServiceImageTags" ma:displayName="Image Tags" ma:readOnly="false" ma:fieldId="{5cf76f15-5ced-4ddc-b409-7134ff3c332f}" ma:taxonomyMulti="true" ma:sspId="38af5ca1-925c-496c-a825-96dd3d156ca4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DateTaken" ma:index="14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ServiceOCR" ma:index="15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6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7" nillable="true" ma:displayName="MediaServiceEventHashCode" ma:hidden="true" ma:internalName="MediaServiceEventHashCode" ma:readOnly="true">
      <xsd:simpleType>
        <xsd:restriction base="dms:Text"/>
      </xsd:simpleType>
    </xsd:element>
    <xsd:element name="MediaLengthInSeconds" ma:index="18" nillable="true" ma:displayName="MediaLengthInSeconds" ma:hidden="true" ma:internalName="MediaLengthInSeconds" ma:readOnly="true">
      <xsd:simpleType>
        <xsd:restriction base="dms:Unknown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C3F9ADBE-02B2-4766-9C22-7E2A7C02B231}">
  <ds:schemaRefs>
    <ds:schemaRef ds:uri="http://schemas.microsoft.com/office/2006/metadata/properties"/>
    <ds:schemaRef ds:uri="http://schemas.microsoft.com/office/infopath/2007/PartnerControls"/>
    <ds:schemaRef ds:uri="3421b094-f5cd-4657-a011-933730627043"/>
  </ds:schemaRefs>
</ds:datastoreItem>
</file>

<file path=customXml/itemProps2.xml><?xml version="1.0" encoding="utf-8"?>
<ds:datastoreItem xmlns:ds="http://schemas.openxmlformats.org/officeDocument/2006/customXml" ds:itemID="{DB58A432-BF98-4599-9532-40FB8D54E934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3421b094-f5cd-4657-a011-933730627043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3.xml><?xml version="1.0" encoding="utf-8"?>
<ds:datastoreItem xmlns:ds="http://schemas.openxmlformats.org/officeDocument/2006/customXml" ds:itemID="{D6074984-D693-4170-9E02-6B6FA68655EE}">
  <ds:schemaRefs>
    <ds:schemaRef ds:uri="http://schemas.microsoft.com/sharepoint/v3/contenttype/form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162</TotalTime>
  <Words>800</Words>
  <Application>Microsoft Office PowerPoint</Application>
  <PresentationFormat>Personalizar</PresentationFormat>
  <Paragraphs>267</Paragraphs>
  <Slides>31</Slides>
  <Notes>29</Notes>
  <HiddenSlides>0</HiddenSlides>
  <MMClips>1</MMClips>
  <ScaleCrop>false</ScaleCrop>
  <HeadingPairs>
    <vt:vector size="6" baseType="variant">
      <vt:variant>
        <vt:lpstr>Fontes usadas</vt:lpstr>
      </vt:variant>
      <vt:variant>
        <vt:i4>10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31</vt:i4>
      </vt:variant>
    </vt:vector>
  </HeadingPairs>
  <TitlesOfParts>
    <vt:vector size="42" baseType="lpstr">
      <vt:lpstr>Calibri</vt:lpstr>
      <vt:lpstr>Source Sans 3 Bold</vt:lpstr>
      <vt:lpstr>Source Sans 3 Light</vt:lpstr>
      <vt:lpstr>Helvetica Neue Light</vt:lpstr>
      <vt:lpstr>Arial Nova Condensed</vt:lpstr>
      <vt:lpstr>Source Sans 3</vt:lpstr>
      <vt:lpstr>Work Sans</vt:lpstr>
      <vt:lpstr>Arial</vt:lpstr>
      <vt:lpstr>Helvetica</vt:lpstr>
      <vt:lpstr>Quicksand</vt:lpstr>
      <vt:lpstr>Office Theme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Bonin _ PPT Modelo2026.pptx</dc:title>
  <dc:creator>Andreia Faria</dc:creator>
  <cp:lastModifiedBy>Leonardo Takaki de Almeida</cp:lastModifiedBy>
  <cp:revision>8</cp:revision>
  <dcterms:created xsi:type="dcterms:W3CDTF">2006-08-16T00:00:00Z</dcterms:created>
  <dcterms:modified xsi:type="dcterms:W3CDTF">2026-07-27T22:13:12Z</dcterms:modified>
  <dc:identifier>DAHKIO2YJ64</dc:identifier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0x010100EC4B11688CA7314E85124AF4756BAFCF</vt:lpwstr>
  </property>
  <property fmtid="{D5CDD505-2E9C-101B-9397-08002B2CF9AE}" pid="3" name="MediaServiceImageTags">
    <vt:lpwstr/>
  </property>
</Properties>
</file>